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4"/>
  </p:sldMasterIdLst>
  <p:notesMasterIdLst>
    <p:notesMasterId r:id="rId8"/>
  </p:notesMasterIdLst>
  <p:sldIdLst>
    <p:sldId id="2147480412" r:id="rId5"/>
    <p:sldId id="2147480418" r:id="rId6"/>
    <p:sldId id="214748041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F1BDDA8-02AA-6C61-A553-1AAB5858964C}" name="Varun Roy" initials="VR" userId="S::varun.roy@zs.com::f907eaf9-b3a1-49d5-9497-5b941b73c98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2837"/>
    <a:srgbClr val="C9C9C9"/>
    <a:srgbClr val="104058"/>
    <a:srgbClr val="23110F"/>
    <a:srgbClr val="853E37"/>
    <a:srgbClr val="522722"/>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535B5A-7B7D-4F5D-B30F-42C84A921BB2}" v="1" dt="2026-05-22T07:02:18.4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096" autoAdjust="0"/>
    <p:restoredTop sz="95226" autoAdjust="0"/>
  </p:normalViewPr>
  <p:slideViewPr>
    <p:cSldViewPr snapToGrid="0">
      <p:cViewPr varScale="1">
        <p:scale>
          <a:sx n="62" d="100"/>
          <a:sy n="62" d="100"/>
        </p:scale>
        <p:origin x="45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radha Dey" userId="0105de49-50e5-4d42-883b-bc088b29ec8b" providerId="ADAL" clId="{597F47BD-E824-4039-85E4-C6CDA55BF381}"/>
    <pc:docChg chg="modSld">
      <pc:chgData name="Anuradha Dey" userId="0105de49-50e5-4d42-883b-bc088b29ec8b" providerId="ADAL" clId="{597F47BD-E824-4039-85E4-C6CDA55BF381}" dt="2026-05-22T07:02:49.491" v="114" actId="14100"/>
      <pc:docMkLst>
        <pc:docMk/>
      </pc:docMkLst>
      <pc:sldChg chg="modSp mod">
        <pc:chgData name="Anuradha Dey" userId="0105de49-50e5-4d42-883b-bc088b29ec8b" providerId="ADAL" clId="{597F47BD-E824-4039-85E4-C6CDA55BF381}" dt="2026-05-22T07:02:49.491" v="114" actId="14100"/>
        <pc:sldMkLst>
          <pc:docMk/>
          <pc:sldMk cId="291689982" sldId="2147480418"/>
        </pc:sldMkLst>
        <pc:spChg chg="mod">
          <ac:chgData name="Anuradha Dey" userId="0105de49-50e5-4d42-883b-bc088b29ec8b" providerId="ADAL" clId="{597F47BD-E824-4039-85E4-C6CDA55BF381}" dt="2026-05-22T07:02:47.715" v="113" actId="14100"/>
          <ac:spMkLst>
            <pc:docMk/>
            <pc:sldMk cId="291689982" sldId="2147480418"/>
            <ac:spMk id="10" creationId="{C2958FC4-2E76-ED7D-1C89-CBD70E4ADEFA}"/>
          </ac:spMkLst>
        </pc:spChg>
        <pc:graphicFrameChg chg="mod modGraphic">
          <ac:chgData name="Anuradha Dey" userId="0105de49-50e5-4d42-883b-bc088b29ec8b" providerId="ADAL" clId="{597F47BD-E824-4039-85E4-C6CDA55BF381}" dt="2026-05-22T07:02:49.491" v="114" actId="14100"/>
          <ac:graphicFrameMkLst>
            <pc:docMk/>
            <pc:sldMk cId="291689982" sldId="2147480418"/>
            <ac:graphicFrameMk id="3" creationId="{A293D9A2-37B8-7D70-1CAD-0AE021AFE0F5}"/>
          </ac:graphicFrameMkLst>
        </pc:graphicFrameChg>
      </pc:sldChg>
      <pc:sldChg chg="modSp mod">
        <pc:chgData name="Anuradha Dey" userId="0105de49-50e5-4d42-883b-bc088b29ec8b" providerId="ADAL" clId="{597F47BD-E824-4039-85E4-C6CDA55BF381}" dt="2026-05-22T07:01:46.715" v="105" actId="20577"/>
        <pc:sldMkLst>
          <pc:docMk/>
          <pc:sldMk cId="1843156700" sldId="2147480419"/>
        </pc:sldMkLst>
        <pc:spChg chg="mod">
          <ac:chgData name="Anuradha Dey" userId="0105de49-50e5-4d42-883b-bc088b29ec8b" providerId="ADAL" clId="{597F47BD-E824-4039-85E4-C6CDA55BF381}" dt="2026-05-22T07:01:46.715" v="105" actId="20577"/>
          <ac:spMkLst>
            <pc:docMk/>
            <pc:sldMk cId="1843156700" sldId="2147480419"/>
            <ac:spMk id="10" creationId="{9F3811E6-8503-2035-D4B7-EC9A4038BB7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2019B0-5A78-4292-8EA3-D7D5E47A7AE1}" type="datetimeFigureOut">
              <a:rPr lang="en-SG" smtClean="0"/>
              <a:t>22/5/2026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7C957-DB76-4692-AEA7-E960757E8BB2}" type="slidenum">
              <a:rPr lang="en-SG" smtClean="0"/>
              <a:t>‹#›</a:t>
            </a:fld>
            <a:endParaRPr lang="en-SG"/>
          </a:p>
        </p:txBody>
      </p:sp>
    </p:spTree>
    <p:extLst>
      <p:ext uri="{BB962C8B-B14F-4D97-AF65-F5344CB8AC3E}">
        <p14:creationId xmlns:p14="http://schemas.microsoft.com/office/powerpoint/2010/main" val="247498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hyperlink" Target="http://www.emeritus.org/" TargetMode="External"/><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roposal Cover Slide">
    <p:bg>
      <p:bgPr>
        <a:solidFill>
          <a:schemeClr val="bg1"/>
        </a:solidFill>
        <a:effectLst/>
      </p:bgPr>
    </p:bg>
    <p:spTree>
      <p:nvGrpSpPr>
        <p:cNvPr id="1" name=""/>
        <p:cNvGrpSpPr/>
        <p:nvPr/>
      </p:nvGrpSpPr>
      <p:grpSpPr>
        <a:xfrm>
          <a:off x="0" y="0"/>
          <a:ext cx="0" cy="0"/>
          <a:chOff x="0" y="0"/>
          <a:chExt cx="0" cy="0"/>
        </a:xfrm>
      </p:grpSpPr>
      <p:pic>
        <p:nvPicPr>
          <p:cNvPr id="13" name="Picture 12" descr="People in classroom">
            <a:extLst>
              <a:ext uri="{FF2B5EF4-FFF2-40B4-BE49-F238E27FC236}">
                <a16:creationId xmlns:a16="http://schemas.microsoft.com/office/drawing/2014/main" id="{4A841A37-775D-41E7-A1EA-D7AC2BDFD11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1600200"/>
            <a:ext cx="4587240" cy="5257800"/>
          </a:xfrm>
          <a:prstGeom prst="rect">
            <a:avLst/>
          </a:prstGeom>
        </p:spPr>
      </p:pic>
      <p:pic>
        <p:nvPicPr>
          <p:cNvPr id="23" name="Picture 22" descr="People in classroom">
            <a:extLst>
              <a:ext uri="{FF2B5EF4-FFF2-40B4-BE49-F238E27FC236}">
                <a16:creationId xmlns:a16="http://schemas.microsoft.com/office/drawing/2014/main" id="{ABF85D57-430E-40E6-BD0F-4CFD50D5FB4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572000" y="1600200"/>
            <a:ext cx="7620000" cy="5257800"/>
          </a:xfrm>
          <a:prstGeom prst="rect">
            <a:avLst/>
          </a:prstGeom>
        </p:spPr>
      </p:pic>
      <p:sp>
        <p:nvSpPr>
          <p:cNvPr id="4" name="Rectangle 3">
            <a:extLst>
              <a:ext uri="{FF2B5EF4-FFF2-40B4-BE49-F238E27FC236}">
                <a16:creationId xmlns:a16="http://schemas.microsoft.com/office/drawing/2014/main" id="{11126ECA-B701-4CE5-AC77-970EA83F5F52}"/>
              </a:ext>
            </a:extLst>
          </p:cNvPr>
          <p:cNvSpPr/>
          <p:nvPr userDrawn="1"/>
        </p:nvSpPr>
        <p:spPr>
          <a:xfrm>
            <a:off x="0" y="1600200"/>
            <a:ext cx="7940040" cy="5270155"/>
          </a:xfrm>
          <a:prstGeom prst="rect">
            <a:avLst/>
          </a:prstGeom>
          <a:gradFill flip="none" rotWithShape="1">
            <a:gsLst>
              <a:gs pos="100000">
                <a:schemeClr val="accent2">
                  <a:alpha val="0"/>
                </a:schemeClr>
              </a:gs>
              <a:gs pos="44000">
                <a:srgbClr val="000000"/>
              </a:gs>
              <a:gs pos="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7EBDFEA-E520-4CB8-B97E-216B21E7DD12}"/>
              </a:ext>
            </a:extLst>
          </p:cNvPr>
          <p:cNvSpPr>
            <a:spLocks noGrp="1"/>
          </p:cNvSpPr>
          <p:nvPr>
            <p:ph type="ctrTitle" hasCustomPrompt="1"/>
          </p:nvPr>
        </p:nvSpPr>
        <p:spPr bwMode="auto">
          <a:xfrm>
            <a:off x="456564" y="2290434"/>
            <a:ext cx="5760720" cy="1661993"/>
          </a:xfrm>
          <a:prstGeom prst="rect">
            <a:avLst/>
          </a:prstGeom>
        </p:spPr>
        <p:txBody>
          <a:bodyPr lIns="0" anchor="b">
            <a:noAutofit/>
          </a:bodyPr>
          <a:lstStyle>
            <a:lvl1pPr algn="l">
              <a:defRPr sz="3200" b="1" i="0">
                <a:solidFill>
                  <a:schemeClr val="tx2"/>
                </a:solidFill>
                <a:latin typeface="Helvetica" pitchFamily="2" charset="0"/>
                <a:ea typeface="Segoe UI Historic" panose="020B0502040204020203" pitchFamily="34" charset="0"/>
                <a:cs typeface="Arial Nova Cond" panose="020F0502020204030204" pitchFamily="34" charset="0"/>
              </a:defRPr>
            </a:lvl1pPr>
          </a:lstStyle>
          <a:p>
            <a:r>
              <a:rPr lang="en-US"/>
              <a:t>Project name</a:t>
            </a:r>
            <a:br>
              <a:rPr lang="en-US"/>
            </a:br>
            <a:r>
              <a:rPr lang="en-US"/>
              <a:t>Presentation title </a:t>
            </a:r>
            <a:br>
              <a:rPr lang="en-US"/>
            </a:br>
            <a:r>
              <a:rPr lang="en-US"/>
              <a:t>(Helvetica 32 </a:t>
            </a:r>
            <a:r>
              <a:rPr lang="en-US" err="1"/>
              <a:t>pt</a:t>
            </a:r>
            <a:r>
              <a:rPr lang="en-US"/>
              <a:t>)</a:t>
            </a:r>
          </a:p>
        </p:txBody>
      </p:sp>
      <p:sp>
        <p:nvSpPr>
          <p:cNvPr id="3" name="Subtitle 2">
            <a:extLst>
              <a:ext uri="{FF2B5EF4-FFF2-40B4-BE49-F238E27FC236}">
                <a16:creationId xmlns:a16="http://schemas.microsoft.com/office/drawing/2014/main" id="{159000BD-79BF-4611-9B57-571F7BE12EB4}"/>
              </a:ext>
            </a:extLst>
          </p:cNvPr>
          <p:cNvSpPr>
            <a:spLocks noGrp="1"/>
          </p:cNvSpPr>
          <p:nvPr>
            <p:ph type="subTitle" idx="1" hasCustomPrompt="1"/>
          </p:nvPr>
        </p:nvSpPr>
        <p:spPr bwMode="auto">
          <a:xfrm>
            <a:off x="456564" y="4587261"/>
            <a:ext cx="5760720" cy="276999"/>
          </a:xfrm>
          <a:prstGeom prst="rect">
            <a:avLst/>
          </a:prstGeom>
        </p:spPr>
        <p:txBody>
          <a:bodyPr lIns="0" anchor="ctr">
            <a:noAutofit/>
          </a:bodyPr>
          <a:lstStyle>
            <a:lvl1pPr marL="0" indent="0" algn="l">
              <a:spcBef>
                <a:spcPts val="0"/>
              </a:spcBef>
              <a:spcAft>
                <a:spcPts val="0"/>
              </a:spcAft>
              <a:buNone/>
              <a:defRPr sz="1400" b="0">
                <a:solidFill>
                  <a:schemeClr val="tx2"/>
                </a:solidFill>
                <a:latin typeface="Calibri" panose="020F0502020204030204" pitchFamily="34" charset="0"/>
                <a:ea typeface="Segoe UI Emoji" panose="020B05020402040202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Prepared for XXXX</a:t>
            </a:r>
          </a:p>
        </p:txBody>
      </p:sp>
      <p:sp>
        <p:nvSpPr>
          <p:cNvPr id="11" name="Text Placeholder 10">
            <a:extLst>
              <a:ext uri="{FF2B5EF4-FFF2-40B4-BE49-F238E27FC236}">
                <a16:creationId xmlns:a16="http://schemas.microsoft.com/office/drawing/2014/main" id="{D39DAEAE-09D9-43F1-ACE9-0FBAF0973A19}"/>
              </a:ext>
            </a:extLst>
          </p:cNvPr>
          <p:cNvSpPr>
            <a:spLocks noGrp="1"/>
          </p:cNvSpPr>
          <p:nvPr>
            <p:ph type="body" sz="quarter" idx="10" hasCustomPrompt="1"/>
          </p:nvPr>
        </p:nvSpPr>
        <p:spPr bwMode="auto">
          <a:xfrm>
            <a:off x="457199" y="4922651"/>
            <a:ext cx="5760720" cy="215444"/>
          </a:xfrm>
          <a:prstGeom prst="rect">
            <a:avLst/>
          </a:prstGeom>
        </p:spPr>
        <p:txBody>
          <a:bodyPr lIns="0" anchor="ctr">
            <a:noAutofit/>
          </a:bodyPr>
          <a:lstStyle>
            <a:lvl1pPr marL="0" indent="0">
              <a:spcBef>
                <a:spcPts val="0"/>
              </a:spcBef>
              <a:spcAft>
                <a:spcPts val="0"/>
              </a:spcAft>
              <a:buNone/>
              <a:defRPr sz="1400" b="0">
                <a:solidFill>
                  <a:schemeClr val="accent1"/>
                </a:solidFill>
                <a:latin typeface="Calibri" panose="020F0502020204030204" pitchFamily="34" charset="0"/>
                <a:ea typeface="Segoe UI Emoji" panose="020B0502040204020203" pitchFamily="34" charset="0"/>
                <a:cs typeface="Calibri" panose="020F0502020204030204" pitchFamily="34" charset="0"/>
              </a:defRPr>
            </a:lvl1pPr>
          </a:lstStyle>
          <a:p>
            <a:pPr lvl="0"/>
            <a:r>
              <a:rPr lang="en-US"/>
              <a:t>Date</a:t>
            </a:r>
          </a:p>
        </p:txBody>
      </p:sp>
      <p:sp>
        <p:nvSpPr>
          <p:cNvPr id="17" name="titlemaster_draft" hidden="1">
            <a:extLst>
              <a:ext uri="{FF2B5EF4-FFF2-40B4-BE49-F238E27FC236}">
                <a16:creationId xmlns:a16="http://schemas.microsoft.com/office/drawing/2014/main" id="{3645DDA6-F9EA-4E88-8CFE-B64E169C40DB}"/>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
        <p:nvSpPr>
          <p:cNvPr id="27" name="Rectangle 26">
            <a:extLst>
              <a:ext uri="{FF2B5EF4-FFF2-40B4-BE49-F238E27FC236}">
                <a16:creationId xmlns:a16="http://schemas.microsoft.com/office/drawing/2014/main" id="{70CB9620-AE1F-47CB-8C83-7271DCF7A7AF}"/>
              </a:ext>
            </a:extLst>
          </p:cNvPr>
          <p:cNvSpPr/>
          <p:nvPr userDrawn="1"/>
        </p:nvSpPr>
        <p:spPr>
          <a:xfrm flipH="1">
            <a:off x="10614411" y="1600200"/>
            <a:ext cx="1577588" cy="5270156"/>
          </a:xfrm>
          <a:prstGeom prst="rect">
            <a:avLst/>
          </a:prstGeom>
          <a:gradFill flip="none" rotWithShape="1">
            <a:gsLst>
              <a:gs pos="100000">
                <a:schemeClr val="accent2">
                  <a:alpha val="0"/>
                </a:schemeClr>
              </a:gs>
              <a:gs pos="16000">
                <a:schemeClr val="accent2">
                  <a:alpha val="59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reeform: Shape 23">
            <a:extLst>
              <a:ext uri="{FF2B5EF4-FFF2-40B4-BE49-F238E27FC236}">
                <a16:creationId xmlns:a16="http://schemas.microsoft.com/office/drawing/2014/main" id="{920F379C-CE52-4BED-BD96-EC77E0910C0E}"/>
              </a:ext>
            </a:extLst>
          </p:cNvPr>
          <p:cNvSpPr/>
          <p:nvPr userDrawn="1"/>
        </p:nvSpPr>
        <p:spPr>
          <a:xfrm rot="5400000">
            <a:off x="7777703" y="1954532"/>
            <a:ext cx="3958769" cy="3956697"/>
          </a:xfrm>
          <a:custGeom>
            <a:avLst/>
            <a:gdLst>
              <a:gd name="connsiteX0" fmla="*/ 165096 w 3035831"/>
              <a:gd name="connsiteY0" fmla="*/ 2896931 h 3034242"/>
              <a:gd name="connsiteX1" fmla="*/ 165096 w 3035831"/>
              <a:gd name="connsiteY1" fmla="*/ 1144589 h 3034242"/>
              <a:gd name="connsiteX2" fmla="*/ 330724 w 3035831"/>
              <a:gd name="connsiteY2" fmla="*/ 1144589 h 3034242"/>
              <a:gd name="connsiteX3" fmla="*/ 330724 w 3035831"/>
              <a:gd name="connsiteY3" fmla="*/ 2868613 h 3034242"/>
              <a:gd name="connsiteX4" fmla="*/ 2870199 w 3035831"/>
              <a:gd name="connsiteY4" fmla="*/ 2868613 h 3034242"/>
              <a:gd name="connsiteX5" fmla="*/ 2870199 w 3035831"/>
              <a:gd name="connsiteY5" fmla="*/ 335492 h 3034242"/>
              <a:gd name="connsiteX6" fmla="*/ 1145117 w 3035831"/>
              <a:gd name="connsiteY6" fmla="*/ 335492 h 3034242"/>
              <a:gd name="connsiteX7" fmla="*/ 1145117 w 3035831"/>
              <a:gd name="connsiteY7" fmla="*/ 169863 h 3034242"/>
              <a:gd name="connsiteX8" fmla="*/ 2870200 w 3035831"/>
              <a:gd name="connsiteY8" fmla="*/ 169863 h 3034242"/>
              <a:gd name="connsiteX9" fmla="*/ 2870200 w 3035831"/>
              <a:gd name="connsiteY9" fmla="*/ 169862 h 3034242"/>
              <a:gd name="connsiteX10" fmla="*/ 3035829 w 3035831"/>
              <a:gd name="connsiteY10" fmla="*/ 169862 h 3034242"/>
              <a:gd name="connsiteX11" fmla="*/ 3035829 w 3035831"/>
              <a:gd name="connsiteY11" fmla="*/ 169863 h 3034242"/>
              <a:gd name="connsiteX12" fmla="*/ 3035831 w 3035831"/>
              <a:gd name="connsiteY12" fmla="*/ 169863 h 3034242"/>
              <a:gd name="connsiteX13" fmla="*/ 3035831 w 3035831"/>
              <a:gd name="connsiteY13" fmla="*/ 335492 h 3034242"/>
              <a:gd name="connsiteX14" fmla="*/ 3035828 w 3035831"/>
              <a:gd name="connsiteY14" fmla="*/ 335492 h 3034242"/>
              <a:gd name="connsiteX15" fmla="*/ 3035828 w 3035831"/>
              <a:gd name="connsiteY15" fmla="*/ 2868613 h 3034242"/>
              <a:gd name="connsiteX16" fmla="*/ 3035830 w 3035831"/>
              <a:gd name="connsiteY16" fmla="*/ 2868613 h 3034242"/>
              <a:gd name="connsiteX17" fmla="*/ 3035830 w 3035831"/>
              <a:gd name="connsiteY17" fmla="*/ 3034242 h 3034242"/>
              <a:gd name="connsiteX18" fmla="*/ 165098 w 3035831"/>
              <a:gd name="connsiteY18" fmla="*/ 3034242 h 3034242"/>
              <a:gd name="connsiteX19" fmla="*/ 165098 w 3035831"/>
              <a:gd name="connsiteY19" fmla="*/ 2896931 h 3034242"/>
              <a:gd name="connsiteX20" fmla="*/ 0 w 3035831"/>
              <a:gd name="connsiteY20" fmla="*/ 781582 h 3034242"/>
              <a:gd name="connsiteX21" fmla="*/ 0 w 3035831"/>
              <a:gd name="connsiteY21" fmla="*/ 165629 h 3034242"/>
              <a:gd name="connsiteX22" fmla="*/ 0 w 3035831"/>
              <a:gd name="connsiteY22" fmla="*/ 0 h 3034242"/>
              <a:gd name="connsiteX23" fmla="*/ 165629 w 3035831"/>
              <a:gd name="connsiteY23" fmla="*/ 0 h 3034242"/>
              <a:gd name="connsiteX24" fmla="*/ 781581 w 3035831"/>
              <a:gd name="connsiteY24" fmla="*/ 0 h 3034242"/>
              <a:gd name="connsiteX25" fmla="*/ 781581 w 3035831"/>
              <a:gd name="connsiteY25" fmla="*/ 165629 h 3034242"/>
              <a:gd name="connsiteX26" fmla="*/ 165629 w 3035831"/>
              <a:gd name="connsiteY26" fmla="*/ 165629 h 3034242"/>
              <a:gd name="connsiteX27" fmla="*/ 165629 w 3035831"/>
              <a:gd name="connsiteY27" fmla="*/ 781582 h 3034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35831" h="3034242">
                <a:moveTo>
                  <a:pt x="165096" y="2896931"/>
                </a:moveTo>
                <a:lnTo>
                  <a:pt x="165096" y="1144589"/>
                </a:lnTo>
                <a:lnTo>
                  <a:pt x="330724" y="1144589"/>
                </a:lnTo>
                <a:lnTo>
                  <a:pt x="330724" y="2868613"/>
                </a:lnTo>
                <a:lnTo>
                  <a:pt x="2870199" y="2868613"/>
                </a:lnTo>
                <a:lnTo>
                  <a:pt x="2870199" y="335492"/>
                </a:lnTo>
                <a:lnTo>
                  <a:pt x="1145117" y="335492"/>
                </a:lnTo>
                <a:lnTo>
                  <a:pt x="1145117" y="169863"/>
                </a:lnTo>
                <a:lnTo>
                  <a:pt x="2870200" y="169863"/>
                </a:lnTo>
                <a:lnTo>
                  <a:pt x="2870200" y="169862"/>
                </a:lnTo>
                <a:lnTo>
                  <a:pt x="3035829" y="169862"/>
                </a:lnTo>
                <a:lnTo>
                  <a:pt x="3035829" y="169863"/>
                </a:lnTo>
                <a:lnTo>
                  <a:pt x="3035831" y="169863"/>
                </a:lnTo>
                <a:lnTo>
                  <a:pt x="3035831" y="335492"/>
                </a:lnTo>
                <a:lnTo>
                  <a:pt x="3035828" y="335492"/>
                </a:lnTo>
                <a:lnTo>
                  <a:pt x="3035828" y="2868613"/>
                </a:lnTo>
                <a:lnTo>
                  <a:pt x="3035830" y="2868613"/>
                </a:lnTo>
                <a:lnTo>
                  <a:pt x="3035830" y="3034242"/>
                </a:lnTo>
                <a:lnTo>
                  <a:pt x="165098" y="3034242"/>
                </a:lnTo>
                <a:lnTo>
                  <a:pt x="165098" y="2896931"/>
                </a:lnTo>
                <a:close/>
                <a:moveTo>
                  <a:pt x="0" y="781582"/>
                </a:moveTo>
                <a:lnTo>
                  <a:pt x="0" y="165629"/>
                </a:lnTo>
                <a:lnTo>
                  <a:pt x="0" y="0"/>
                </a:lnTo>
                <a:lnTo>
                  <a:pt x="165629" y="0"/>
                </a:lnTo>
                <a:lnTo>
                  <a:pt x="781581" y="0"/>
                </a:lnTo>
                <a:lnTo>
                  <a:pt x="781581" y="165629"/>
                </a:lnTo>
                <a:lnTo>
                  <a:pt x="165629" y="165629"/>
                </a:lnTo>
                <a:lnTo>
                  <a:pt x="165629" y="781582"/>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 name="Text Placeholder 9">
            <a:extLst>
              <a:ext uri="{FF2B5EF4-FFF2-40B4-BE49-F238E27FC236}">
                <a16:creationId xmlns:a16="http://schemas.microsoft.com/office/drawing/2014/main" id="{39A96119-31F1-49D8-9406-8A4535ADE8B5}"/>
              </a:ext>
            </a:extLst>
          </p:cNvPr>
          <p:cNvSpPr>
            <a:spLocks noGrp="1"/>
          </p:cNvSpPr>
          <p:nvPr>
            <p:ph type="body" sz="quarter" idx="12" hasCustomPrompt="1"/>
          </p:nvPr>
        </p:nvSpPr>
        <p:spPr>
          <a:xfrm>
            <a:off x="457201" y="5416550"/>
            <a:ext cx="5760084" cy="730489"/>
          </a:xfrm>
        </p:spPr>
        <p:txBody>
          <a:bodyPr>
            <a:noAutofit/>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Name</a:t>
            </a:r>
          </a:p>
          <a:p>
            <a:pPr lvl="0"/>
            <a:r>
              <a:rPr lang="en-US"/>
              <a:t>Designation</a:t>
            </a:r>
          </a:p>
          <a:p>
            <a:pPr lvl="0"/>
            <a:r>
              <a:rPr lang="en-US"/>
              <a:t>Email</a:t>
            </a:r>
          </a:p>
          <a:p>
            <a:pPr lvl="0"/>
            <a:r>
              <a:rPr lang="en-US"/>
              <a:t>Phone</a:t>
            </a:r>
            <a:endParaRPr lang="en-IN"/>
          </a:p>
        </p:txBody>
      </p:sp>
      <p:sp>
        <p:nvSpPr>
          <p:cNvPr id="6" name="Rectangle 5">
            <a:extLst>
              <a:ext uri="{FF2B5EF4-FFF2-40B4-BE49-F238E27FC236}">
                <a16:creationId xmlns:a16="http://schemas.microsoft.com/office/drawing/2014/main" id="{3B1F3CA5-751A-9AB2-4137-D93743D011F1}"/>
              </a:ext>
            </a:extLst>
          </p:cNvPr>
          <p:cNvSpPr/>
          <p:nvPr userDrawn="1"/>
        </p:nvSpPr>
        <p:spPr>
          <a:xfrm>
            <a:off x="0" y="0"/>
            <a:ext cx="12192000" cy="16002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10">
            <a:extLst>
              <a:ext uri="{FF2B5EF4-FFF2-40B4-BE49-F238E27FC236}">
                <a16:creationId xmlns:a16="http://schemas.microsoft.com/office/drawing/2014/main" id="{15E76DEE-8BE7-4184-5B5B-49896C8260F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317466" y="310583"/>
            <a:ext cx="3073918" cy="1022917"/>
          </a:xfrm>
          <a:prstGeom prst="rect">
            <a:avLst/>
          </a:prstGeom>
        </p:spPr>
      </p:pic>
      <p:sp>
        <p:nvSpPr>
          <p:cNvPr id="9" name="object 4">
            <a:extLst>
              <a:ext uri="{FF2B5EF4-FFF2-40B4-BE49-F238E27FC236}">
                <a16:creationId xmlns:a16="http://schemas.microsoft.com/office/drawing/2014/main" id="{114EB7EA-FF89-717E-07A7-C0430E0D6E51}"/>
              </a:ext>
            </a:extLst>
          </p:cNvPr>
          <p:cNvSpPr/>
          <p:nvPr userDrawn="1"/>
        </p:nvSpPr>
        <p:spPr>
          <a:xfrm>
            <a:off x="10530845" y="6295954"/>
            <a:ext cx="256922" cy="259080"/>
          </a:xfrm>
          <a:prstGeom prst="rect">
            <a:avLst/>
          </a:prstGeom>
          <a:blipFill>
            <a:blip r:embed="rId5" cstate="screen">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object 5">
            <a:extLst>
              <a:ext uri="{FF2B5EF4-FFF2-40B4-BE49-F238E27FC236}">
                <a16:creationId xmlns:a16="http://schemas.microsoft.com/office/drawing/2014/main" id="{88F2EF18-DE81-5BAF-5F2F-80BC621DC9DD}"/>
              </a:ext>
            </a:extLst>
          </p:cNvPr>
          <p:cNvSpPr/>
          <p:nvPr userDrawn="1"/>
        </p:nvSpPr>
        <p:spPr>
          <a:xfrm>
            <a:off x="10876525" y="6295954"/>
            <a:ext cx="256922" cy="259080"/>
          </a:xfrm>
          <a:prstGeom prst="rect">
            <a:avLst/>
          </a:prstGeom>
          <a:blipFill>
            <a:blip r:embed="rId6" cstate="screen">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6">
            <a:extLst>
              <a:ext uri="{FF2B5EF4-FFF2-40B4-BE49-F238E27FC236}">
                <a16:creationId xmlns:a16="http://schemas.microsoft.com/office/drawing/2014/main" id="{A2FBC8D8-2CB8-9F97-D9AA-0F0E74A72FAD}"/>
              </a:ext>
            </a:extLst>
          </p:cNvPr>
          <p:cNvSpPr/>
          <p:nvPr userDrawn="1"/>
        </p:nvSpPr>
        <p:spPr>
          <a:xfrm>
            <a:off x="11222205" y="6295954"/>
            <a:ext cx="259081" cy="259080"/>
          </a:xfrm>
          <a:prstGeom prst="rect">
            <a:avLst/>
          </a:prstGeom>
          <a:blipFill>
            <a:blip r:embed="rId7" cstate="screen">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object 7">
            <a:extLst>
              <a:ext uri="{FF2B5EF4-FFF2-40B4-BE49-F238E27FC236}">
                <a16:creationId xmlns:a16="http://schemas.microsoft.com/office/drawing/2014/main" id="{CE63B98F-487D-5118-C54C-CE4F9C7E2ABA}"/>
              </a:ext>
            </a:extLst>
          </p:cNvPr>
          <p:cNvSpPr txBox="1"/>
          <p:nvPr userDrawn="1"/>
        </p:nvSpPr>
        <p:spPr>
          <a:xfrm>
            <a:off x="10417293" y="6555034"/>
            <a:ext cx="1175385" cy="166712"/>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sz="1000" b="0" i="0" u="sng" strike="noStrike" kern="1200" cap="none" spc="-10" normalizeH="0" baseline="0" noProof="0">
                <a:ln>
                  <a:noFill/>
                </a:ln>
                <a:solidFill>
                  <a:srgbClr val="00BD6C"/>
                </a:solidFill>
                <a:effectLst/>
                <a:uLnTx/>
                <a:uFill>
                  <a:solidFill>
                    <a:srgbClr val="00BD6C"/>
                  </a:solidFill>
                </a:uFill>
                <a:latin typeface="Calibri"/>
                <a:ea typeface="+mn-ea"/>
                <a:cs typeface="Calibri"/>
                <a:hlinkClick r:id="rId8"/>
              </a:rPr>
              <a:t>www.emeritus.org</a:t>
            </a:r>
            <a:endParaRPr kumimoji="0" sz="1000" b="0" i="0" u="none" strike="noStrike" kern="1200" cap="none" spc="0" normalizeH="0" baseline="0" noProof="0">
              <a:ln>
                <a:noFill/>
              </a:ln>
              <a:solidFill>
                <a:prstClr val="black"/>
              </a:solidFill>
              <a:effectLst/>
              <a:uLnTx/>
              <a:uFillTx/>
              <a:latin typeface="Calibri"/>
              <a:ea typeface="+mn-ea"/>
              <a:cs typeface="Calibri"/>
            </a:endParaRPr>
          </a:p>
        </p:txBody>
      </p:sp>
      <p:sp>
        <p:nvSpPr>
          <p:cNvPr id="20" name="Picture Placeholder 19">
            <a:extLst>
              <a:ext uri="{FF2B5EF4-FFF2-40B4-BE49-F238E27FC236}">
                <a16:creationId xmlns:a16="http://schemas.microsoft.com/office/drawing/2014/main" id="{498ED45F-A0B5-E90B-6B33-AB1993FBF49A}"/>
              </a:ext>
            </a:extLst>
          </p:cNvPr>
          <p:cNvSpPr>
            <a:spLocks noGrp="1"/>
          </p:cNvSpPr>
          <p:nvPr>
            <p:ph type="pic" sz="quarter" idx="13" hasCustomPrompt="1"/>
          </p:nvPr>
        </p:nvSpPr>
        <p:spPr>
          <a:xfrm>
            <a:off x="9144000" y="457200"/>
            <a:ext cx="2590800" cy="876300"/>
          </a:xfrm>
        </p:spPr>
        <p:txBody>
          <a:bodyPr/>
          <a:lstStyle>
            <a:lvl1pPr algn="r">
              <a:defRPr sz="1600"/>
            </a:lvl1pPr>
          </a:lstStyle>
          <a:p>
            <a:r>
              <a:rPr lang="en-US"/>
              <a:t>Insert Logo</a:t>
            </a:r>
            <a:endParaRPr lang="en-GB"/>
          </a:p>
        </p:txBody>
      </p:sp>
    </p:spTree>
    <p:extLst>
      <p:ext uri="{BB962C8B-B14F-4D97-AF65-F5344CB8AC3E}">
        <p14:creationId xmlns:p14="http://schemas.microsoft.com/office/powerpoint/2010/main" val="3772242851"/>
      </p:ext>
    </p:extLst>
  </p:cSld>
  <p:clrMapOvr>
    <a:masterClrMapping/>
  </p:clrMapOvr>
  <p:extLst>
    <p:ext uri="{DCECCB84-F9BA-43D5-87BE-67443E8EF086}">
      <p15:sldGuideLst xmlns:p15="http://schemas.microsoft.com/office/powerpoint/2012/main">
        <p15:guide id="1" orient="horz" pos="288">
          <p15:clr>
            <a:srgbClr val="FBAE40"/>
          </p15:clr>
        </p15:guide>
        <p15:guide id="2" pos="3840">
          <p15:clr>
            <a:srgbClr val="FBAE40"/>
          </p15:clr>
        </p15:guide>
        <p15:guide id="3" orient="horz" pos="4032">
          <p15:clr>
            <a:srgbClr val="FBAE40"/>
          </p15:clr>
        </p15:guide>
        <p15:guide id="4" pos="7392">
          <p15:clr>
            <a:srgbClr val="FBAE40"/>
          </p15:clr>
        </p15:guide>
        <p15:guide id="5" pos="288">
          <p15:clr>
            <a:srgbClr val="FBAE40"/>
          </p15:clr>
        </p15:guide>
        <p15:guide id="6"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C191-CBB0-4135-B899-81709D54265C}"/>
              </a:ext>
            </a:extLst>
          </p:cNvPr>
          <p:cNvSpPr>
            <a:spLocks noGrp="1"/>
          </p:cNvSpPr>
          <p:nvPr>
            <p:ph type="title" hasCustomPrompt="1"/>
          </p:nvPr>
        </p:nvSpPr>
        <p:spPr/>
        <p:txBody>
          <a:bodyPr/>
          <a:lstStyle>
            <a:lvl1pPr>
              <a:defRPr/>
            </a:lvl1pPr>
          </a:lstStyle>
          <a:p>
            <a:r>
              <a:rPr lang="en-US"/>
              <a:t>Title</a:t>
            </a:r>
            <a:endParaRPr lang="en-IN"/>
          </a:p>
        </p:txBody>
      </p:sp>
      <p:sp>
        <p:nvSpPr>
          <p:cNvPr id="4" name="Slide Number Placeholder 3">
            <a:extLst>
              <a:ext uri="{FF2B5EF4-FFF2-40B4-BE49-F238E27FC236}">
                <a16:creationId xmlns:a16="http://schemas.microsoft.com/office/drawing/2014/main" id="{6AB6ECCE-BFA5-46D3-BA30-90E29691820B}"/>
              </a:ext>
            </a:extLst>
          </p:cNvPr>
          <p:cNvSpPr>
            <a:spLocks noGrp="1"/>
          </p:cNvSpPr>
          <p:nvPr>
            <p:ph type="sldNum" idx="11"/>
          </p:nvPr>
        </p:nvSpPr>
        <p:spPr/>
        <p:txBody>
          <a:bodyPr/>
          <a:lstStyle/>
          <a:p>
            <a:fld id="{00000000-1234-1234-1234-123412341234}" type="slidenum">
              <a:rPr lang="en-US" smtClean="0"/>
              <a:pPr/>
              <a:t>‹#›</a:t>
            </a:fld>
            <a:endParaRPr lang="en-US"/>
          </a:p>
        </p:txBody>
      </p:sp>
      <p:sp>
        <p:nvSpPr>
          <p:cNvPr id="11" name="Text Placeholder 10">
            <a:extLst>
              <a:ext uri="{FF2B5EF4-FFF2-40B4-BE49-F238E27FC236}">
                <a16:creationId xmlns:a16="http://schemas.microsoft.com/office/drawing/2014/main" id="{397155B0-4B50-4A2D-BE63-DB0B11AA2EA7}"/>
              </a:ext>
            </a:extLst>
          </p:cNvPr>
          <p:cNvSpPr>
            <a:spLocks noGrp="1"/>
          </p:cNvSpPr>
          <p:nvPr>
            <p:ph type="body" sz="quarter" idx="13" hasCustomPrompt="1"/>
          </p:nvPr>
        </p:nvSpPr>
        <p:spPr>
          <a:xfrm>
            <a:off x="457200" y="1333500"/>
            <a:ext cx="11277600" cy="4991100"/>
          </a:xfrm>
        </p:spPr>
        <p:txBody>
          <a:bodyPr>
            <a:noAutofit/>
          </a:bodyPr>
          <a:lstStyle>
            <a:lvl1pPr>
              <a:defRPr/>
            </a:lvl1pPr>
          </a:lstStyle>
          <a:p>
            <a:pPr lvl="0"/>
            <a:r>
              <a:rPr lang="en-US"/>
              <a:t>Body copy</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635872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Divider Slide Dark">
    <p:spTree>
      <p:nvGrpSpPr>
        <p:cNvPr id="1" name=""/>
        <p:cNvGrpSpPr/>
        <p:nvPr/>
      </p:nvGrpSpPr>
      <p:grpSpPr>
        <a:xfrm>
          <a:off x="0" y="0"/>
          <a:ext cx="0" cy="0"/>
          <a:chOff x="0" y="0"/>
          <a:chExt cx="0" cy="0"/>
        </a:xfrm>
      </p:grpSpPr>
      <p:pic>
        <p:nvPicPr>
          <p:cNvPr id="7" name="Picture 6" descr="A picture containing outdoor object, web&#10;&#10;Description automatically generated">
            <a:extLst>
              <a:ext uri="{FF2B5EF4-FFF2-40B4-BE49-F238E27FC236}">
                <a16:creationId xmlns:a16="http://schemas.microsoft.com/office/drawing/2014/main" id="{2619CBF2-D8DA-4256-AAF3-D11EBD17A72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5400000">
            <a:off x="2676259" y="-2676256"/>
            <a:ext cx="6839483" cy="12192001"/>
          </a:xfrm>
          <a:prstGeom prst="rect">
            <a:avLst/>
          </a:prstGeom>
        </p:spPr>
      </p:pic>
      <p:sp>
        <p:nvSpPr>
          <p:cNvPr id="8" name="Rectangle 7">
            <a:extLst>
              <a:ext uri="{FF2B5EF4-FFF2-40B4-BE49-F238E27FC236}">
                <a16:creationId xmlns:a16="http://schemas.microsoft.com/office/drawing/2014/main" id="{F0AB1340-D674-4855-B211-87BA4D40EAAA}"/>
              </a:ext>
            </a:extLst>
          </p:cNvPr>
          <p:cNvSpPr/>
          <p:nvPr userDrawn="1"/>
        </p:nvSpPr>
        <p:spPr>
          <a:xfrm>
            <a:off x="0" y="0"/>
            <a:ext cx="12192000" cy="6870358"/>
          </a:xfrm>
          <a:prstGeom prst="rect">
            <a:avLst/>
          </a:prstGeom>
          <a:solidFill>
            <a:srgbClr val="0A2837">
              <a:alpha val="93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spcAft>
                <a:spcPts val="0"/>
              </a:spcAft>
            </a:pPr>
            <a:endParaRPr lang="en-US" sz="1800" err="1"/>
          </a:p>
        </p:txBody>
      </p:sp>
      <p:sp>
        <p:nvSpPr>
          <p:cNvPr id="9" name="Rectangle 8">
            <a:extLst>
              <a:ext uri="{FF2B5EF4-FFF2-40B4-BE49-F238E27FC236}">
                <a16:creationId xmlns:a16="http://schemas.microsoft.com/office/drawing/2014/main" id="{F61AD924-D459-4F8A-886A-57A38502C5FD}"/>
              </a:ext>
            </a:extLst>
          </p:cNvPr>
          <p:cNvSpPr/>
          <p:nvPr userDrawn="1"/>
        </p:nvSpPr>
        <p:spPr>
          <a:xfrm>
            <a:off x="0" y="0"/>
            <a:ext cx="12192000" cy="6870358"/>
          </a:xfrm>
          <a:prstGeom prst="rect">
            <a:avLst/>
          </a:prstGeom>
          <a:solidFill>
            <a:schemeClr val="accent2">
              <a:alpha val="34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spcAft>
                <a:spcPts val="0"/>
              </a:spcAft>
            </a:pPr>
            <a:endParaRPr lang="en-US" sz="1800" err="1"/>
          </a:p>
        </p:txBody>
      </p:sp>
      <p:sp>
        <p:nvSpPr>
          <p:cNvPr id="10" name="Rectangle 4">
            <a:extLst>
              <a:ext uri="{FF2B5EF4-FFF2-40B4-BE49-F238E27FC236}">
                <a16:creationId xmlns:a16="http://schemas.microsoft.com/office/drawing/2014/main" id="{C6DECA27-6C2D-4E39-B8E3-99266004FF4B}"/>
              </a:ext>
            </a:extLst>
          </p:cNvPr>
          <p:cNvSpPr/>
          <p:nvPr userDrawn="1"/>
        </p:nvSpPr>
        <p:spPr>
          <a:xfrm>
            <a:off x="-1905" y="-2294"/>
            <a:ext cx="12200889" cy="6867201"/>
          </a:xfrm>
          <a:custGeom>
            <a:avLst/>
            <a:gdLst>
              <a:gd name="connsiteX0" fmla="*/ 0 w 7292622"/>
              <a:gd name="connsiteY0" fmla="*/ 0 h 6858000"/>
              <a:gd name="connsiteX1" fmla="*/ 7292622 w 7292622"/>
              <a:gd name="connsiteY1" fmla="*/ 0 h 6858000"/>
              <a:gd name="connsiteX2" fmla="*/ 7292622 w 7292622"/>
              <a:gd name="connsiteY2" fmla="*/ 6858000 h 6858000"/>
              <a:gd name="connsiteX3" fmla="*/ 0 w 7292622"/>
              <a:gd name="connsiteY3" fmla="*/ 6858000 h 6858000"/>
              <a:gd name="connsiteX4" fmla="*/ 0 w 7292622"/>
              <a:gd name="connsiteY4" fmla="*/ 0 h 6858000"/>
              <a:gd name="connsiteX0" fmla="*/ 0 w 7292622"/>
              <a:gd name="connsiteY0" fmla="*/ 0 h 6858000"/>
              <a:gd name="connsiteX1" fmla="*/ 7292622 w 7292622"/>
              <a:gd name="connsiteY1" fmla="*/ 0 h 6858000"/>
              <a:gd name="connsiteX2" fmla="*/ 5147733 w 7292622"/>
              <a:gd name="connsiteY2" fmla="*/ 6858000 h 6858000"/>
              <a:gd name="connsiteX3" fmla="*/ 0 w 7292622"/>
              <a:gd name="connsiteY3" fmla="*/ 6858000 h 6858000"/>
              <a:gd name="connsiteX4" fmla="*/ 0 w 7292622"/>
              <a:gd name="connsiteY4" fmla="*/ 0 h 6858000"/>
              <a:gd name="connsiteX0" fmla="*/ 0 w 7292622"/>
              <a:gd name="connsiteY0" fmla="*/ 0 h 6858000"/>
              <a:gd name="connsiteX1" fmla="*/ 7292622 w 7292622"/>
              <a:gd name="connsiteY1" fmla="*/ 0 h 6858000"/>
              <a:gd name="connsiteX2" fmla="*/ 6084711 w 7292622"/>
              <a:gd name="connsiteY2" fmla="*/ 6858000 h 6858000"/>
              <a:gd name="connsiteX3" fmla="*/ 0 w 7292622"/>
              <a:gd name="connsiteY3" fmla="*/ 6858000 h 6858000"/>
              <a:gd name="connsiteX4" fmla="*/ 0 w 7292622"/>
              <a:gd name="connsiteY4" fmla="*/ 0 h 6858000"/>
              <a:gd name="connsiteX0" fmla="*/ 0 w 7292622"/>
              <a:gd name="connsiteY0" fmla="*/ 0 h 6959600"/>
              <a:gd name="connsiteX1" fmla="*/ 7292622 w 7292622"/>
              <a:gd name="connsiteY1" fmla="*/ 0 h 6959600"/>
              <a:gd name="connsiteX2" fmla="*/ 3220837 w 7292622"/>
              <a:gd name="connsiteY2" fmla="*/ 6959600 h 6959600"/>
              <a:gd name="connsiteX3" fmla="*/ 0 w 7292622"/>
              <a:gd name="connsiteY3" fmla="*/ 6858000 h 6959600"/>
              <a:gd name="connsiteX4" fmla="*/ 0 w 7292622"/>
              <a:gd name="connsiteY4" fmla="*/ 0 h 6959600"/>
              <a:gd name="connsiteX0" fmla="*/ 0 w 7368587"/>
              <a:gd name="connsiteY0" fmla="*/ 12700 h 6972300"/>
              <a:gd name="connsiteX1" fmla="*/ 7368587 w 7368587"/>
              <a:gd name="connsiteY1" fmla="*/ 0 h 6972300"/>
              <a:gd name="connsiteX2" fmla="*/ 3220837 w 7368587"/>
              <a:gd name="connsiteY2" fmla="*/ 6972300 h 6972300"/>
              <a:gd name="connsiteX3" fmla="*/ 0 w 7368587"/>
              <a:gd name="connsiteY3" fmla="*/ 6870700 h 6972300"/>
              <a:gd name="connsiteX4" fmla="*/ 0 w 7368587"/>
              <a:gd name="connsiteY4" fmla="*/ 12700 h 6972300"/>
              <a:gd name="connsiteX0" fmla="*/ 0 w 7368587"/>
              <a:gd name="connsiteY0" fmla="*/ 12700 h 6913934"/>
              <a:gd name="connsiteX1" fmla="*/ 7368587 w 7368587"/>
              <a:gd name="connsiteY1" fmla="*/ 0 h 6913934"/>
              <a:gd name="connsiteX2" fmla="*/ 55529 w 7368587"/>
              <a:gd name="connsiteY2" fmla="*/ 6913934 h 6913934"/>
              <a:gd name="connsiteX3" fmla="*/ 0 w 7368587"/>
              <a:gd name="connsiteY3" fmla="*/ 6870700 h 6913934"/>
              <a:gd name="connsiteX4" fmla="*/ 0 w 7368587"/>
              <a:gd name="connsiteY4" fmla="*/ 12700 h 6913934"/>
              <a:gd name="connsiteX0" fmla="*/ 0 w 7368587"/>
              <a:gd name="connsiteY0" fmla="*/ 12700 h 6970839"/>
              <a:gd name="connsiteX1" fmla="*/ 7368587 w 7368587"/>
              <a:gd name="connsiteY1" fmla="*/ 0 h 6970839"/>
              <a:gd name="connsiteX2" fmla="*/ 55529 w 7368587"/>
              <a:gd name="connsiteY2" fmla="*/ 6913934 h 6970839"/>
              <a:gd name="connsiteX3" fmla="*/ 0 w 7368587"/>
              <a:gd name="connsiteY3" fmla="*/ 6970839 h 6970839"/>
              <a:gd name="connsiteX4" fmla="*/ 0 w 7368587"/>
              <a:gd name="connsiteY4" fmla="*/ 12700 h 6970839"/>
              <a:gd name="connsiteX0" fmla="*/ 0 w 7369726"/>
              <a:gd name="connsiteY0" fmla="*/ 31957 h 6970839"/>
              <a:gd name="connsiteX1" fmla="*/ 7369726 w 7369726"/>
              <a:gd name="connsiteY1" fmla="*/ 0 h 6970839"/>
              <a:gd name="connsiteX2" fmla="*/ 56668 w 7369726"/>
              <a:gd name="connsiteY2" fmla="*/ 6913934 h 6970839"/>
              <a:gd name="connsiteX3" fmla="*/ 1139 w 7369726"/>
              <a:gd name="connsiteY3" fmla="*/ 6970839 h 6970839"/>
              <a:gd name="connsiteX4" fmla="*/ 0 w 7369726"/>
              <a:gd name="connsiteY4" fmla="*/ 31957 h 6970839"/>
              <a:gd name="connsiteX0" fmla="*/ 0 w 7297939"/>
              <a:gd name="connsiteY0" fmla="*/ 3071 h 6941953"/>
              <a:gd name="connsiteX1" fmla="*/ 7297939 w 7297939"/>
              <a:gd name="connsiteY1" fmla="*/ 0 h 6941953"/>
              <a:gd name="connsiteX2" fmla="*/ 56668 w 7297939"/>
              <a:gd name="connsiteY2" fmla="*/ 6885048 h 6941953"/>
              <a:gd name="connsiteX3" fmla="*/ 1139 w 7297939"/>
              <a:gd name="connsiteY3" fmla="*/ 6941953 h 6941953"/>
              <a:gd name="connsiteX4" fmla="*/ 0 w 7297939"/>
              <a:gd name="connsiteY4" fmla="*/ 3071 h 69419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7939" h="6941953">
                <a:moveTo>
                  <a:pt x="0" y="3071"/>
                </a:moveTo>
                <a:lnTo>
                  <a:pt x="7297939" y="0"/>
                </a:lnTo>
                <a:lnTo>
                  <a:pt x="56668" y="6885048"/>
                </a:lnTo>
                <a:lnTo>
                  <a:pt x="1139" y="6941953"/>
                </a:lnTo>
                <a:cubicBezTo>
                  <a:pt x="759" y="4628992"/>
                  <a:pt x="380" y="2316032"/>
                  <a:pt x="0" y="3071"/>
                </a:cubicBezTo>
                <a:close/>
              </a:path>
            </a:pathLst>
          </a:custGeom>
          <a:solidFill>
            <a:srgbClr val="000000">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spcAft>
                <a:spcPts val="0"/>
              </a:spcAft>
            </a:pPr>
            <a:endParaRPr lang="en-US" sz="1800" err="1"/>
          </a:p>
        </p:txBody>
      </p:sp>
      <p:sp>
        <p:nvSpPr>
          <p:cNvPr id="11" name="Rectangle 4">
            <a:extLst>
              <a:ext uri="{FF2B5EF4-FFF2-40B4-BE49-F238E27FC236}">
                <a16:creationId xmlns:a16="http://schemas.microsoft.com/office/drawing/2014/main" id="{821EF187-A2D9-43E4-9A65-A8AD2711AD8A}"/>
              </a:ext>
            </a:extLst>
          </p:cNvPr>
          <p:cNvSpPr/>
          <p:nvPr userDrawn="1"/>
        </p:nvSpPr>
        <p:spPr>
          <a:xfrm flipV="1">
            <a:off x="-45" y="2093"/>
            <a:ext cx="7593038" cy="6864454"/>
          </a:xfrm>
          <a:custGeom>
            <a:avLst/>
            <a:gdLst>
              <a:gd name="connsiteX0" fmla="*/ 0 w 7292622"/>
              <a:gd name="connsiteY0" fmla="*/ 0 h 6858000"/>
              <a:gd name="connsiteX1" fmla="*/ 7292622 w 7292622"/>
              <a:gd name="connsiteY1" fmla="*/ 0 h 6858000"/>
              <a:gd name="connsiteX2" fmla="*/ 7292622 w 7292622"/>
              <a:gd name="connsiteY2" fmla="*/ 6858000 h 6858000"/>
              <a:gd name="connsiteX3" fmla="*/ 0 w 7292622"/>
              <a:gd name="connsiteY3" fmla="*/ 6858000 h 6858000"/>
              <a:gd name="connsiteX4" fmla="*/ 0 w 7292622"/>
              <a:gd name="connsiteY4" fmla="*/ 0 h 6858000"/>
              <a:gd name="connsiteX0" fmla="*/ 0 w 7292622"/>
              <a:gd name="connsiteY0" fmla="*/ 0 h 6858000"/>
              <a:gd name="connsiteX1" fmla="*/ 7292622 w 7292622"/>
              <a:gd name="connsiteY1" fmla="*/ 0 h 6858000"/>
              <a:gd name="connsiteX2" fmla="*/ 5147733 w 7292622"/>
              <a:gd name="connsiteY2" fmla="*/ 6858000 h 6858000"/>
              <a:gd name="connsiteX3" fmla="*/ 0 w 7292622"/>
              <a:gd name="connsiteY3" fmla="*/ 6858000 h 6858000"/>
              <a:gd name="connsiteX4" fmla="*/ 0 w 7292622"/>
              <a:gd name="connsiteY4" fmla="*/ 0 h 6858000"/>
              <a:gd name="connsiteX0" fmla="*/ 0 w 7292622"/>
              <a:gd name="connsiteY0" fmla="*/ 0 h 6858000"/>
              <a:gd name="connsiteX1" fmla="*/ 7292622 w 7292622"/>
              <a:gd name="connsiteY1" fmla="*/ 0 h 6858000"/>
              <a:gd name="connsiteX2" fmla="*/ 6084711 w 7292622"/>
              <a:gd name="connsiteY2" fmla="*/ 6858000 h 6858000"/>
              <a:gd name="connsiteX3" fmla="*/ 0 w 7292622"/>
              <a:gd name="connsiteY3" fmla="*/ 6858000 h 6858000"/>
              <a:gd name="connsiteX4" fmla="*/ 0 w 7292622"/>
              <a:gd name="connsiteY4" fmla="*/ 0 h 6858000"/>
              <a:gd name="connsiteX0" fmla="*/ 0 w 7292622"/>
              <a:gd name="connsiteY0" fmla="*/ 0 h 6891867"/>
              <a:gd name="connsiteX1" fmla="*/ 7292622 w 7292622"/>
              <a:gd name="connsiteY1" fmla="*/ 0 h 6891867"/>
              <a:gd name="connsiteX2" fmla="*/ 6716889 w 7292622"/>
              <a:gd name="connsiteY2" fmla="*/ 6891867 h 6891867"/>
              <a:gd name="connsiteX3" fmla="*/ 0 w 7292622"/>
              <a:gd name="connsiteY3" fmla="*/ 6858000 h 6891867"/>
              <a:gd name="connsiteX4" fmla="*/ 0 w 7292622"/>
              <a:gd name="connsiteY4" fmla="*/ 0 h 6891867"/>
              <a:gd name="connsiteX0" fmla="*/ 0 w 7292622"/>
              <a:gd name="connsiteY0" fmla="*/ 0 h 6858000"/>
              <a:gd name="connsiteX1" fmla="*/ 7292622 w 7292622"/>
              <a:gd name="connsiteY1" fmla="*/ 0 h 6858000"/>
              <a:gd name="connsiteX2" fmla="*/ 5501451 w 7292622"/>
              <a:gd name="connsiteY2" fmla="*/ 6858000 h 6858000"/>
              <a:gd name="connsiteX3" fmla="*/ 0 w 7292622"/>
              <a:gd name="connsiteY3" fmla="*/ 6858000 h 6858000"/>
              <a:gd name="connsiteX4" fmla="*/ 0 w 7292622"/>
              <a:gd name="connsiteY4" fmla="*/ 0 h 6858000"/>
              <a:gd name="connsiteX0" fmla="*/ 0 w 10195646"/>
              <a:gd name="connsiteY0" fmla="*/ 12700 h 6870700"/>
              <a:gd name="connsiteX1" fmla="*/ 10195646 w 10195646"/>
              <a:gd name="connsiteY1" fmla="*/ 0 h 6870700"/>
              <a:gd name="connsiteX2" fmla="*/ 5501451 w 10195646"/>
              <a:gd name="connsiteY2" fmla="*/ 6870700 h 6870700"/>
              <a:gd name="connsiteX3" fmla="*/ 0 w 10195646"/>
              <a:gd name="connsiteY3" fmla="*/ 6870700 h 6870700"/>
              <a:gd name="connsiteX4" fmla="*/ 0 w 10195646"/>
              <a:gd name="connsiteY4" fmla="*/ 12700 h 6870700"/>
              <a:gd name="connsiteX0" fmla="*/ 0 w 10195646"/>
              <a:gd name="connsiteY0" fmla="*/ 12700 h 6870700"/>
              <a:gd name="connsiteX1" fmla="*/ 10195646 w 10195646"/>
              <a:gd name="connsiteY1" fmla="*/ 0 h 6870700"/>
              <a:gd name="connsiteX2" fmla="*/ 3124337 w 10195646"/>
              <a:gd name="connsiteY2" fmla="*/ 6870700 h 6870700"/>
              <a:gd name="connsiteX3" fmla="*/ 0 w 10195646"/>
              <a:gd name="connsiteY3" fmla="*/ 6870700 h 6870700"/>
              <a:gd name="connsiteX4" fmla="*/ 0 w 10195646"/>
              <a:gd name="connsiteY4" fmla="*/ 12700 h 6870700"/>
              <a:gd name="connsiteX0" fmla="*/ 0 w 10195646"/>
              <a:gd name="connsiteY0" fmla="*/ 12700 h 6870700"/>
              <a:gd name="connsiteX1" fmla="*/ 10195646 w 10195646"/>
              <a:gd name="connsiteY1" fmla="*/ 0 h 6870700"/>
              <a:gd name="connsiteX2" fmla="*/ 3124337 w 10195646"/>
              <a:gd name="connsiteY2" fmla="*/ 6870700 h 6870700"/>
              <a:gd name="connsiteX3" fmla="*/ 3077582 w 10195646"/>
              <a:gd name="connsiteY3" fmla="*/ 6792879 h 6870700"/>
              <a:gd name="connsiteX4" fmla="*/ 0 w 10195646"/>
              <a:gd name="connsiteY4" fmla="*/ 12700 h 6870700"/>
              <a:gd name="connsiteX0" fmla="*/ 32226 w 7118064"/>
              <a:gd name="connsiteY0" fmla="*/ 0 h 6896911"/>
              <a:gd name="connsiteX1" fmla="*/ 7118064 w 7118064"/>
              <a:gd name="connsiteY1" fmla="*/ 26211 h 6896911"/>
              <a:gd name="connsiteX2" fmla="*/ 46755 w 7118064"/>
              <a:gd name="connsiteY2" fmla="*/ 6896911 h 6896911"/>
              <a:gd name="connsiteX3" fmla="*/ 0 w 7118064"/>
              <a:gd name="connsiteY3" fmla="*/ 6819090 h 6896911"/>
              <a:gd name="connsiteX4" fmla="*/ 32226 w 7118064"/>
              <a:gd name="connsiteY4" fmla="*/ 0 h 6896911"/>
              <a:gd name="connsiteX0" fmla="*/ 0 w 7118091"/>
              <a:gd name="connsiteY0" fmla="*/ 0 h 6893093"/>
              <a:gd name="connsiteX1" fmla="*/ 7118091 w 7118091"/>
              <a:gd name="connsiteY1" fmla="*/ 22393 h 6893093"/>
              <a:gd name="connsiteX2" fmla="*/ 46782 w 7118091"/>
              <a:gd name="connsiteY2" fmla="*/ 6893093 h 6893093"/>
              <a:gd name="connsiteX3" fmla="*/ 27 w 7118091"/>
              <a:gd name="connsiteY3" fmla="*/ 6815272 h 6893093"/>
              <a:gd name="connsiteX4" fmla="*/ 0 w 7118091"/>
              <a:gd name="connsiteY4" fmla="*/ 0 h 6893093"/>
              <a:gd name="connsiteX0" fmla="*/ 0 w 7118091"/>
              <a:gd name="connsiteY0" fmla="*/ 0 h 6893093"/>
              <a:gd name="connsiteX1" fmla="*/ 7118091 w 7118091"/>
              <a:gd name="connsiteY1" fmla="*/ 22393 h 6893093"/>
              <a:gd name="connsiteX2" fmla="*/ 46782 w 7118091"/>
              <a:gd name="connsiteY2" fmla="*/ 6893093 h 6893093"/>
              <a:gd name="connsiteX3" fmla="*/ 27 w 7118091"/>
              <a:gd name="connsiteY3" fmla="*/ 6878263 h 6893093"/>
              <a:gd name="connsiteX4" fmla="*/ 0 w 7118091"/>
              <a:gd name="connsiteY4" fmla="*/ 0 h 6893093"/>
              <a:gd name="connsiteX0" fmla="*/ 0 w 7118091"/>
              <a:gd name="connsiteY0" fmla="*/ 0 h 6878263"/>
              <a:gd name="connsiteX1" fmla="*/ 7118091 w 7118091"/>
              <a:gd name="connsiteY1" fmla="*/ 22393 h 6878263"/>
              <a:gd name="connsiteX2" fmla="*/ 47894 w 7118091"/>
              <a:gd name="connsiteY2" fmla="*/ 6841555 h 6878263"/>
              <a:gd name="connsiteX3" fmla="*/ 27 w 7118091"/>
              <a:gd name="connsiteY3" fmla="*/ 6878263 h 6878263"/>
              <a:gd name="connsiteX4" fmla="*/ 0 w 7118091"/>
              <a:gd name="connsiteY4" fmla="*/ 0 h 6878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091" h="6878263">
                <a:moveTo>
                  <a:pt x="0" y="0"/>
                </a:moveTo>
                <a:lnTo>
                  <a:pt x="7118091" y="22393"/>
                </a:lnTo>
                <a:lnTo>
                  <a:pt x="47894" y="6841555"/>
                </a:lnTo>
                <a:lnTo>
                  <a:pt x="27" y="6878263"/>
                </a:lnTo>
                <a:cubicBezTo>
                  <a:pt x="18" y="4606506"/>
                  <a:pt x="9" y="2271757"/>
                  <a:pt x="0" y="0"/>
                </a:cubicBezTo>
                <a:close/>
              </a:path>
            </a:pathLst>
          </a:custGeom>
          <a:solidFill>
            <a:srgbClr val="000000">
              <a:alpha val="31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a:spcBef>
                <a:spcPts val="600"/>
              </a:spcBef>
              <a:spcAft>
                <a:spcPts val="0"/>
              </a:spcAft>
            </a:pPr>
            <a:endParaRPr lang="en-US" sz="1800" err="1"/>
          </a:p>
        </p:txBody>
      </p:sp>
      <p:sp>
        <p:nvSpPr>
          <p:cNvPr id="4" name="Slide Number Placeholder 3">
            <a:extLst>
              <a:ext uri="{FF2B5EF4-FFF2-40B4-BE49-F238E27FC236}">
                <a16:creationId xmlns:a16="http://schemas.microsoft.com/office/drawing/2014/main" id="{1552871D-1340-46EE-BE1E-1813A87125BF}"/>
              </a:ext>
            </a:extLst>
          </p:cNvPr>
          <p:cNvSpPr>
            <a:spLocks noGrp="1"/>
          </p:cNvSpPr>
          <p:nvPr>
            <p:ph type="sldNum" idx="11"/>
          </p:nvPr>
        </p:nvSpPr>
        <p:spPr/>
        <p:txBody>
          <a:bodyPr/>
          <a:lstStyle>
            <a:lvl1pPr>
              <a:defRPr>
                <a:solidFill>
                  <a:schemeClr val="accent5"/>
                </a:solidFill>
              </a:defRPr>
            </a:lvl1pPr>
          </a:lstStyle>
          <a:p>
            <a:fld id="{00000000-1234-1234-1234-123412341234}" type="slidenum">
              <a:rPr lang="en-US" smtClean="0"/>
              <a:pPr/>
              <a:t>‹#›</a:t>
            </a:fld>
            <a:endParaRPr lang="en-US"/>
          </a:p>
        </p:txBody>
      </p:sp>
      <p:sp>
        <p:nvSpPr>
          <p:cNvPr id="18" name="Text Placeholder 17">
            <a:extLst>
              <a:ext uri="{FF2B5EF4-FFF2-40B4-BE49-F238E27FC236}">
                <a16:creationId xmlns:a16="http://schemas.microsoft.com/office/drawing/2014/main" id="{98305209-C5D2-487B-8005-2B82042FE5E5}"/>
              </a:ext>
            </a:extLst>
          </p:cNvPr>
          <p:cNvSpPr>
            <a:spLocks noGrp="1"/>
          </p:cNvSpPr>
          <p:nvPr>
            <p:ph type="body" sz="quarter" idx="12" hasCustomPrompt="1"/>
          </p:nvPr>
        </p:nvSpPr>
        <p:spPr>
          <a:xfrm>
            <a:off x="790045" y="2448904"/>
            <a:ext cx="3767138" cy="995363"/>
          </a:xfrm>
        </p:spPr>
        <p:txBody>
          <a:bodyPr anchor="b">
            <a:noAutofit/>
          </a:bodyPr>
          <a:lstStyle>
            <a:lvl1pPr>
              <a:defRPr sz="3200" b="1">
                <a:solidFill>
                  <a:schemeClr val="tx2"/>
                </a:solidFill>
                <a:latin typeface="Helvetica" panose="020B0604020202020204" pitchFamily="34" charset="0"/>
                <a:cs typeface="Helvetica" panose="020B0604020202020204" pitchFamily="34" charset="0"/>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Text</a:t>
            </a:r>
          </a:p>
        </p:txBody>
      </p:sp>
      <p:sp>
        <p:nvSpPr>
          <p:cNvPr id="20" name="Text Placeholder 19">
            <a:extLst>
              <a:ext uri="{FF2B5EF4-FFF2-40B4-BE49-F238E27FC236}">
                <a16:creationId xmlns:a16="http://schemas.microsoft.com/office/drawing/2014/main" id="{CEB41E2B-FFCB-45AA-9079-E24F9AC64AAA}"/>
              </a:ext>
            </a:extLst>
          </p:cNvPr>
          <p:cNvSpPr>
            <a:spLocks noGrp="1"/>
          </p:cNvSpPr>
          <p:nvPr>
            <p:ph type="body" sz="quarter" idx="13" hasCustomPrompt="1"/>
          </p:nvPr>
        </p:nvSpPr>
        <p:spPr>
          <a:xfrm>
            <a:off x="790045" y="3622817"/>
            <a:ext cx="3767138" cy="428625"/>
          </a:xfrm>
        </p:spPr>
        <p:txBody>
          <a:bodyPr>
            <a:noAutofit/>
          </a:bodyPr>
          <a:lstStyle>
            <a:lvl1pPr>
              <a:defRPr sz="1800">
                <a:solidFill>
                  <a:schemeClr val="accent1"/>
                </a:solidFill>
                <a:latin typeface="Helvetica" panose="020B0604020202020204" pitchFamily="34" charset="0"/>
                <a:cs typeface="Helvetica" panose="020B0604020202020204" pitchFamily="34" charset="0"/>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TEXT</a:t>
            </a:r>
          </a:p>
        </p:txBody>
      </p:sp>
      <p:sp>
        <p:nvSpPr>
          <p:cNvPr id="22" name="Freeform: Shape 21">
            <a:extLst>
              <a:ext uri="{FF2B5EF4-FFF2-40B4-BE49-F238E27FC236}">
                <a16:creationId xmlns:a16="http://schemas.microsoft.com/office/drawing/2014/main" id="{A0099A2E-812D-493F-9CFD-16F4F0AF263C}"/>
              </a:ext>
            </a:extLst>
          </p:cNvPr>
          <p:cNvSpPr/>
          <p:nvPr userDrawn="1"/>
        </p:nvSpPr>
        <p:spPr>
          <a:xfrm rot="5400000">
            <a:off x="5654323" y="631129"/>
            <a:ext cx="5598672" cy="5595742"/>
          </a:xfrm>
          <a:custGeom>
            <a:avLst/>
            <a:gdLst>
              <a:gd name="connsiteX0" fmla="*/ 165096 w 3035831"/>
              <a:gd name="connsiteY0" fmla="*/ 2896931 h 3034242"/>
              <a:gd name="connsiteX1" fmla="*/ 165096 w 3035831"/>
              <a:gd name="connsiteY1" fmla="*/ 1144589 h 3034242"/>
              <a:gd name="connsiteX2" fmla="*/ 330724 w 3035831"/>
              <a:gd name="connsiteY2" fmla="*/ 1144589 h 3034242"/>
              <a:gd name="connsiteX3" fmla="*/ 330724 w 3035831"/>
              <a:gd name="connsiteY3" fmla="*/ 2868613 h 3034242"/>
              <a:gd name="connsiteX4" fmla="*/ 2870199 w 3035831"/>
              <a:gd name="connsiteY4" fmla="*/ 2868613 h 3034242"/>
              <a:gd name="connsiteX5" fmla="*/ 2870199 w 3035831"/>
              <a:gd name="connsiteY5" fmla="*/ 335492 h 3034242"/>
              <a:gd name="connsiteX6" fmla="*/ 1145117 w 3035831"/>
              <a:gd name="connsiteY6" fmla="*/ 335492 h 3034242"/>
              <a:gd name="connsiteX7" fmla="*/ 1145117 w 3035831"/>
              <a:gd name="connsiteY7" fmla="*/ 169863 h 3034242"/>
              <a:gd name="connsiteX8" fmla="*/ 2870200 w 3035831"/>
              <a:gd name="connsiteY8" fmla="*/ 169863 h 3034242"/>
              <a:gd name="connsiteX9" fmla="*/ 2870200 w 3035831"/>
              <a:gd name="connsiteY9" fmla="*/ 169862 h 3034242"/>
              <a:gd name="connsiteX10" fmla="*/ 3035829 w 3035831"/>
              <a:gd name="connsiteY10" fmla="*/ 169862 h 3034242"/>
              <a:gd name="connsiteX11" fmla="*/ 3035829 w 3035831"/>
              <a:gd name="connsiteY11" fmla="*/ 169863 h 3034242"/>
              <a:gd name="connsiteX12" fmla="*/ 3035831 w 3035831"/>
              <a:gd name="connsiteY12" fmla="*/ 169863 h 3034242"/>
              <a:gd name="connsiteX13" fmla="*/ 3035831 w 3035831"/>
              <a:gd name="connsiteY13" fmla="*/ 335492 h 3034242"/>
              <a:gd name="connsiteX14" fmla="*/ 3035828 w 3035831"/>
              <a:gd name="connsiteY14" fmla="*/ 335492 h 3034242"/>
              <a:gd name="connsiteX15" fmla="*/ 3035828 w 3035831"/>
              <a:gd name="connsiteY15" fmla="*/ 2868613 h 3034242"/>
              <a:gd name="connsiteX16" fmla="*/ 3035830 w 3035831"/>
              <a:gd name="connsiteY16" fmla="*/ 2868613 h 3034242"/>
              <a:gd name="connsiteX17" fmla="*/ 3035830 w 3035831"/>
              <a:gd name="connsiteY17" fmla="*/ 3034242 h 3034242"/>
              <a:gd name="connsiteX18" fmla="*/ 165098 w 3035831"/>
              <a:gd name="connsiteY18" fmla="*/ 3034242 h 3034242"/>
              <a:gd name="connsiteX19" fmla="*/ 165098 w 3035831"/>
              <a:gd name="connsiteY19" fmla="*/ 2896931 h 3034242"/>
              <a:gd name="connsiteX20" fmla="*/ 0 w 3035831"/>
              <a:gd name="connsiteY20" fmla="*/ 781582 h 3034242"/>
              <a:gd name="connsiteX21" fmla="*/ 0 w 3035831"/>
              <a:gd name="connsiteY21" fmla="*/ 165629 h 3034242"/>
              <a:gd name="connsiteX22" fmla="*/ 0 w 3035831"/>
              <a:gd name="connsiteY22" fmla="*/ 0 h 3034242"/>
              <a:gd name="connsiteX23" fmla="*/ 165629 w 3035831"/>
              <a:gd name="connsiteY23" fmla="*/ 0 h 3034242"/>
              <a:gd name="connsiteX24" fmla="*/ 781581 w 3035831"/>
              <a:gd name="connsiteY24" fmla="*/ 0 h 3034242"/>
              <a:gd name="connsiteX25" fmla="*/ 781581 w 3035831"/>
              <a:gd name="connsiteY25" fmla="*/ 165629 h 3034242"/>
              <a:gd name="connsiteX26" fmla="*/ 165629 w 3035831"/>
              <a:gd name="connsiteY26" fmla="*/ 165629 h 3034242"/>
              <a:gd name="connsiteX27" fmla="*/ 165629 w 3035831"/>
              <a:gd name="connsiteY27" fmla="*/ 781582 h 3034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35831" h="3034242">
                <a:moveTo>
                  <a:pt x="165096" y="2896931"/>
                </a:moveTo>
                <a:lnTo>
                  <a:pt x="165096" y="1144589"/>
                </a:lnTo>
                <a:lnTo>
                  <a:pt x="330724" y="1144589"/>
                </a:lnTo>
                <a:lnTo>
                  <a:pt x="330724" y="2868613"/>
                </a:lnTo>
                <a:lnTo>
                  <a:pt x="2870199" y="2868613"/>
                </a:lnTo>
                <a:lnTo>
                  <a:pt x="2870199" y="335492"/>
                </a:lnTo>
                <a:lnTo>
                  <a:pt x="1145117" y="335492"/>
                </a:lnTo>
                <a:lnTo>
                  <a:pt x="1145117" y="169863"/>
                </a:lnTo>
                <a:lnTo>
                  <a:pt x="2870200" y="169863"/>
                </a:lnTo>
                <a:lnTo>
                  <a:pt x="2870200" y="169862"/>
                </a:lnTo>
                <a:lnTo>
                  <a:pt x="3035829" y="169862"/>
                </a:lnTo>
                <a:lnTo>
                  <a:pt x="3035829" y="169863"/>
                </a:lnTo>
                <a:lnTo>
                  <a:pt x="3035831" y="169863"/>
                </a:lnTo>
                <a:lnTo>
                  <a:pt x="3035831" y="335492"/>
                </a:lnTo>
                <a:lnTo>
                  <a:pt x="3035828" y="335492"/>
                </a:lnTo>
                <a:lnTo>
                  <a:pt x="3035828" y="2868613"/>
                </a:lnTo>
                <a:lnTo>
                  <a:pt x="3035830" y="2868613"/>
                </a:lnTo>
                <a:lnTo>
                  <a:pt x="3035830" y="3034242"/>
                </a:lnTo>
                <a:lnTo>
                  <a:pt x="165098" y="3034242"/>
                </a:lnTo>
                <a:lnTo>
                  <a:pt x="165098" y="2896931"/>
                </a:lnTo>
                <a:close/>
                <a:moveTo>
                  <a:pt x="0" y="781582"/>
                </a:moveTo>
                <a:lnTo>
                  <a:pt x="0" y="165629"/>
                </a:lnTo>
                <a:lnTo>
                  <a:pt x="0" y="0"/>
                </a:lnTo>
                <a:lnTo>
                  <a:pt x="165629" y="0"/>
                </a:lnTo>
                <a:lnTo>
                  <a:pt x="781581" y="0"/>
                </a:lnTo>
                <a:lnTo>
                  <a:pt x="781581" y="165629"/>
                </a:lnTo>
                <a:lnTo>
                  <a:pt x="165629" y="165629"/>
                </a:lnTo>
                <a:lnTo>
                  <a:pt x="165629" y="781582"/>
                </a:lnTo>
                <a:close/>
              </a:path>
            </a:pathLst>
          </a:cu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pic>
        <p:nvPicPr>
          <p:cNvPr id="15" name="Picture 14" descr="Text, logo&#10;&#10;Description automatically generated">
            <a:extLst>
              <a:ext uri="{FF2B5EF4-FFF2-40B4-BE49-F238E27FC236}">
                <a16:creationId xmlns:a16="http://schemas.microsoft.com/office/drawing/2014/main" id="{45809EB6-8BFD-41B1-9C49-E69AFEC5F4D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625918" y="6266511"/>
            <a:ext cx="386330" cy="389811"/>
          </a:xfrm>
          <a:prstGeom prst="rect">
            <a:avLst/>
          </a:prstGeom>
        </p:spPr>
      </p:pic>
      <p:pic>
        <p:nvPicPr>
          <p:cNvPr id="5" name="Picture 4" descr="A person standing in front of a group of people in a lecture hall&#10;&#10;Description automatically generated">
            <a:extLst>
              <a:ext uri="{FF2B5EF4-FFF2-40B4-BE49-F238E27FC236}">
                <a16:creationId xmlns:a16="http://schemas.microsoft.com/office/drawing/2014/main" id="{B746E185-6AC8-0FA8-3EF8-34E2E36932B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333503" y="1584442"/>
            <a:ext cx="3879468" cy="4019424"/>
          </a:xfrm>
          <a:prstGeom prst="rect">
            <a:avLst/>
          </a:prstGeom>
          <a:ln w="28575">
            <a:solidFill>
              <a:schemeClr val="tx2"/>
            </a:solidFill>
          </a:ln>
        </p:spPr>
      </p:pic>
    </p:spTree>
    <p:extLst>
      <p:ext uri="{BB962C8B-B14F-4D97-AF65-F5344CB8AC3E}">
        <p14:creationId xmlns:p14="http://schemas.microsoft.com/office/powerpoint/2010/main" val="3350717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C191-CBB0-4135-B899-81709D54265C}"/>
              </a:ext>
            </a:extLst>
          </p:cNvPr>
          <p:cNvSpPr>
            <a:spLocks noGrp="1"/>
          </p:cNvSpPr>
          <p:nvPr>
            <p:ph type="title"/>
          </p:nvPr>
        </p:nvSpPr>
        <p:spPr/>
        <p:txBody>
          <a:bodyPr/>
          <a:lstStyle>
            <a:lvl1pPr>
              <a:defRPr/>
            </a:lvl1pPr>
          </a:lstStyle>
          <a:p>
            <a:endParaRPr lang="en-IN"/>
          </a:p>
        </p:txBody>
      </p:sp>
      <p:sp>
        <p:nvSpPr>
          <p:cNvPr id="4" name="Slide Number Placeholder 3">
            <a:extLst>
              <a:ext uri="{FF2B5EF4-FFF2-40B4-BE49-F238E27FC236}">
                <a16:creationId xmlns:a16="http://schemas.microsoft.com/office/drawing/2014/main" id="{6AB6ECCE-BFA5-46D3-BA30-90E29691820B}"/>
              </a:ext>
            </a:extLst>
          </p:cNvPr>
          <p:cNvSpPr>
            <a:spLocks noGrp="1"/>
          </p:cNvSpPr>
          <p:nvPr>
            <p:ph type="sldNum" idx="11"/>
          </p:nvPr>
        </p:nvSpPr>
        <p:spPr/>
        <p:txBody>
          <a:bodyPr/>
          <a:lstStyle/>
          <a:p>
            <a:fld id="{00000000-1234-1234-1234-123412341234}" type="slidenum">
              <a:rPr lang="en-US" smtClean="0"/>
              <a:pPr/>
              <a:t>‹#›</a:t>
            </a:fld>
            <a:endParaRPr lang="en-US"/>
          </a:p>
        </p:txBody>
      </p:sp>
      <p:pic>
        <p:nvPicPr>
          <p:cNvPr id="7" name="Google Shape;26;p22">
            <a:extLst>
              <a:ext uri="{FF2B5EF4-FFF2-40B4-BE49-F238E27FC236}">
                <a16:creationId xmlns:a16="http://schemas.microsoft.com/office/drawing/2014/main" id="{82BF5273-62F0-4539-991E-E307C3CDD7F3}"/>
              </a:ext>
            </a:extLst>
          </p:cNvPr>
          <p:cNvPicPr preferRelativeResize="0"/>
          <p:nvPr userDrawn="1"/>
        </p:nvPicPr>
        <p:blipFill>
          <a:blip r:embed="rId2" cstate="screen">
            <a:alphaModFix/>
            <a:extLst>
              <a:ext uri="{28A0092B-C50C-407E-A947-70E740481C1C}">
                <a14:useLocalDpi xmlns:a14="http://schemas.microsoft.com/office/drawing/2010/main"/>
              </a:ext>
            </a:extLst>
          </a:blip>
          <a:stretch>
            <a:fillRect/>
          </a:stretch>
        </p:blipFill>
        <p:spPr>
          <a:xfrm>
            <a:off x="11682925" y="6314992"/>
            <a:ext cx="296550" cy="296075"/>
          </a:xfrm>
          <a:prstGeom prst="rect">
            <a:avLst/>
          </a:prstGeom>
          <a:noFill/>
          <a:ln>
            <a:noFill/>
          </a:ln>
        </p:spPr>
      </p:pic>
      <p:sp>
        <p:nvSpPr>
          <p:cNvPr id="53" name="Text Placeholder 52">
            <a:extLst>
              <a:ext uri="{FF2B5EF4-FFF2-40B4-BE49-F238E27FC236}">
                <a16:creationId xmlns:a16="http://schemas.microsoft.com/office/drawing/2014/main" id="{3097BF49-A196-4240-9EBE-85F07F2CC06E}"/>
              </a:ext>
            </a:extLst>
          </p:cNvPr>
          <p:cNvSpPr>
            <a:spLocks noGrp="1"/>
          </p:cNvSpPr>
          <p:nvPr>
            <p:ph type="body" sz="quarter" idx="12" hasCustomPrompt="1"/>
          </p:nvPr>
        </p:nvSpPr>
        <p:spPr>
          <a:xfrm>
            <a:off x="457201" y="1106924"/>
            <a:ext cx="5364162" cy="731520"/>
          </a:xfrm>
          <a:solidFill>
            <a:schemeClr val="accent1"/>
          </a:solidFill>
          <a:ln>
            <a:noFill/>
          </a:ln>
        </p:spPr>
        <p:txBody>
          <a:bodyPr lIns="91440" tIns="45720" bIns="45720" anchor="ctr">
            <a:noAutofit/>
          </a:bodyPr>
          <a:lstStyle>
            <a:lvl1pPr>
              <a:defRPr sz="1800" b="1">
                <a:solidFill>
                  <a:schemeClr val="tx2"/>
                </a:solidFill>
                <a:latin typeface="Calibri" panose="020F0502020204030204" pitchFamily="34" charset="0"/>
                <a:cs typeface="Calibri" panose="020F0502020204030204" pitchFamily="34" charset="0"/>
              </a:defRPr>
            </a:lvl1pPr>
          </a:lstStyle>
          <a:p>
            <a:pPr lvl="0"/>
            <a:r>
              <a:rPr lang="en-US"/>
              <a:t>Title of Session</a:t>
            </a:r>
          </a:p>
        </p:txBody>
      </p:sp>
      <p:sp>
        <p:nvSpPr>
          <p:cNvPr id="55" name="Text Placeholder 52">
            <a:extLst>
              <a:ext uri="{FF2B5EF4-FFF2-40B4-BE49-F238E27FC236}">
                <a16:creationId xmlns:a16="http://schemas.microsoft.com/office/drawing/2014/main" id="{A70D70A0-5BEE-48F0-88E6-08FA50957AEE}"/>
              </a:ext>
            </a:extLst>
          </p:cNvPr>
          <p:cNvSpPr>
            <a:spLocks noGrp="1"/>
          </p:cNvSpPr>
          <p:nvPr>
            <p:ph type="body" sz="quarter" idx="14" hasCustomPrompt="1"/>
          </p:nvPr>
        </p:nvSpPr>
        <p:spPr>
          <a:xfrm>
            <a:off x="457201" y="2396971"/>
            <a:ext cx="5364480" cy="3918021"/>
          </a:xfrm>
          <a:noFill/>
          <a:ln>
            <a:noFill/>
          </a:ln>
        </p:spPr>
        <p:txBody>
          <a:bodyPr lIns="91440" tIns="45720" bIns="45720" anchor="t">
            <a:noAutofit/>
          </a:bodyPr>
          <a:lstStyle>
            <a:lvl1pPr marL="137160" indent="-137160">
              <a:spcBef>
                <a:spcPts val="600"/>
              </a:spcBef>
              <a:buClr>
                <a:schemeClr val="accent1"/>
              </a:buClr>
              <a:buFont typeface="Arial" panose="020B0604020202020204" pitchFamily="34" charset="0"/>
              <a:buChar char="•"/>
              <a:defRPr sz="1200" b="0">
                <a:solidFill>
                  <a:schemeClr val="accent2"/>
                </a:solidFill>
                <a:latin typeface="Calibri Light" panose="020F0302020204030204" pitchFamily="34" charset="0"/>
                <a:cs typeface="Calibri Light" panose="020F0302020204030204" pitchFamily="34" charset="0"/>
              </a:defRPr>
            </a:lvl1pPr>
          </a:lstStyle>
          <a:p>
            <a:pPr lvl="0"/>
            <a:r>
              <a:rPr lang="en-US"/>
              <a:t>Text</a:t>
            </a:r>
            <a:endParaRPr lang="en-IN"/>
          </a:p>
        </p:txBody>
      </p:sp>
      <p:sp>
        <p:nvSpPr>
          <p:cNvPr id="62" name="Text Placeholder 52">
            <a:extLst>
              <a:ext uri="{FF2B5EF4-FFF2-40B4-BE49-F238E27FC236}">
                <a16:creationId xmlns:a16="http://schemas.microsoft.com/office/drawing/2014/main" id="{01148F44-68B1-4184-BF1E-78576B1EB650}"/>
              </a:ext>
            </a:extLst>
          </p:cNvPr>
          <p:cNvSpPr>
            <a:spLocks noGrp="1"/>
          </p:cNvSpPr>
          <p:nvPr>
            <p:ph type="body" sz="quarter" idx="15" hasCustomPrompt="1"/>
          </p:nvPr>
        </p:nvSpPr>
        <p:spPr>
          <a:xfrm>
            <a:off x="6367271" y="1106924"/>
            <a:ext cx="5367528" cy="731520"/>
          </a:xfrm>
          <a:solidFill>
            <a:schemeClr val="accent1"/>
          </a:solidFill>
          <a:ln>
            <a:noFill/>
          </a:ln>
        </p:spPr>
        <p:txBody>
          <a:bodyPr lIns="91440" tIns="45720" bIns="45720" anchor="ctr">
            <a:noAutofit/>
          </a:bodyPr>
          <a:lstStyle>
            <a:lvl1pPr>
              <a:defRPr sz="1800" b="1">
                <a:solidFill>
                  <a:schemeClr val="tx2"/>
                </a:solidFill>
                <a:latin typeface="Calibri" panose="020F0502020204030204" pitchFamily="34" charset="0"/>
                <a:cs typeface="Calibri" panose="020F0502020204030204" pitchFamily="34" charset="0"/>
              </a:defRPr>
            </a:lvl1pPr>
          </a:lstStyle>
          <a:p>
            <a:pPr lvl="0"/>
            <a:r>
              <a:rPr lang="en-US"/>
              <a:t>Title of Session</a:t>
            </a:r>
          </a:p>
        </p:txBody>
      </p:sp>
      <p:sp>
        <p:nvSpPr>
          <p:cNvPr id="63" name="Text Placeholder 52">
            <a:extLst>
              <a:ext uri="{FF2B5EF4-FFF2-40B4-BE49-F238E27FC236}">
                <a16:creationId xmlns:a16="http://schemas.microsoft.com/office/drawing/2014/main" id="{A9589940-8CD0-4E8F-BE8A-52ADBB688A48}"/>
              </a:ext>
            </a:extLst>
          </p:cNvPr>
          <p:cNvSpPr>
            <a:spLocks noGrp="1"/>
          </p:cNvSpPr>
          <p:nvPr>
            <p:ph type="body" sz="quarter" idx="16" hasCustomPrompt="1"/>
          </p:nvPr>
        </p:nvSpPr>
        <p:spPr>
          <a:xfrm>
            <a:off x="6367271" y="2396971"/>
            <a:ext cx="5367528" cy="3918021"/>
          </a:xfrm>
          <a:noFill/>
          <a:ln>
            <a:noFill/>
          </a:ln>
        </p:spPr>
        <p:txBody>
          <a:bodyPr lIns="91440" tIns="45720" bIns="45720" anchor="t">
            <a:noAutofit/>
          </a:bodyPr>
          <a:lstStyle>
            <a:lvl1pPr marL="137160" indent="-137160">
              <a:buClr>
                <a:schemeClr val="accent1"/>
              </a:buClr>
              <a:buFont typeface="Arial" panose="020B0604020202020204" pitchFamily="34" charset="0"/>
              <a:buChar char="•"/>
              <a:defRPr sz="1200" b="0">
                <a:solidFill>
                  <a:schemeClr val="accent2"/>
                </a:solidFill>
                <a:latin typeface="Calibri Light" panose="020F0302020204030204" pitchFamily="34" charset="0"/>
                <a:cs typeface="Calibri Light" panose="020F0302020204030204" pitchFamily="34" charset="0"/>
              </a:defRPr>
            </a:lvl1pPr>
          </a:lstStyle>
          <a:p>
            <a:pPr lvl="0"/>
            <a:r>
              <a:rPr lang="en-US"/>
              <a:t>Text</a:t>
            </a:r>
            <a:endParaRPr lang="en-IN"/>
          </a:p>
        </p:txBody>
      </p:sp>
      <p:sp>
        <p:nvSpPr>
          <p:cNvPr id="10" name="Text Placeholder 9">
            <a:extLst>
              <a:ext uri="{FF2B5EF4-FFF2-40B4-BE49-F238E27FC236}">
                <a16:creationId xmlns:a16="http://schemas.microsoft.com/office/drawing/2014/main" id="{DC45351C-DBDF-95D1-1075-4EB841A89AC6}"/>
              </a:ext>
            </a:extLst>
          </p:cNvPr>
          <p:cNvSpPr>
            <a:spLocks noGrp="1"/>
          </p:cNvSpPr>
          <p:nvPr>
            <p:ph type="body" sz="quarter" idx="17" hasCustomPrompt="1"/>
          </p:nvPr>
        </p:nvSpPr>
        <p:spPr>
          <a:xfrm>
            <a:off x="457200" y="1838444"/>
            <a:ext cx="5364163" cy="457200"/>
          </a:xfrm>
          <a:solidFill>
            <a:schemeClr val="accent4">
              <a:lumMod val="20000"/>
              <a:lumOff val="80000"/>
            </a:schemeClr>
          </a:solidFill>
          <a:ln>
            <a:noFill/>
          </a:ln>
        </p:spPr>
        <p:txBody>
          <a:bodyPr lIns="91440" anchor="ctr"/>
          <a:lstStyle>
            <a:lvl1pPr>
              <a:defRPr sz="1400" b="1"/>
            </a:lvl1pPr>
          </a:lstStyle>
          <a:p>
            <a:pPr lvl="0"/>
            <a:r>
              <a:rPr lang="en-US"/>
              <a:t>XX Minutes</a:t>
            </a:r>
            <a:endParaRPr lang="en-GB"/>
          </a:p>
        </p:txBody>
      </p:sp>
      <p:sp>
        <p:nvSpPr>
          <p:cNvPr id="12" name="Text Placeholder 11">
            <a:extLst>
              <a:ext uri="{FF2B5EF4-FFF2-40B4-BE49-F238E27FC236}">
                <a16:creationId xmlns:a16="http://schemas.microsoft.com/office/drawing/2014/main" id="{F860C118-36CA-4C29-BA2D-E44A0038CC4A}"/>
              </a:ext>
            </a:extLst>
          </p:cNvPr>
          <p:cNvSpPr>
            <a:spLocks noGrp="1"/>
          </p:cNvSpPr>
          <p:nvPr>
            <p:ph type="body" sz="quarter" idx="18" hasCustomPrompt="1"/>
          </p:nvPr>
        </p:nvSpPr>
        <p:spPr>
          <a:xfrm>
            <a:off x="6367463" y="1838444"/>
            <a:ext cx="5367337" cy="457200"/>
          </a:xfrm>
          <a:solidFill>
            <a:schemeClr val="accent4">
              <a:lumMod val="20000"/>
              <a:lumOff val="80000"/>
            </a:schemeClr>
          </a:solidFill>
          <a:ln>
            <a:noFill/>
          </a:ln>
        </p:spPr>
        <p:txBody>
          <a:bodyPr lIns="91440" anchor="ctr"/>
          <a:lstStyle>
            <a:lvl1pPr>
              <a:spcBef>
                <a:spcPts val="600"/>
              </a:spcBef>
              <a:defRPr sz="1400" b="1"/>
            </a:lvl1pPr>
          </a:lstStyle>
          <a:p>
            <a:pPr lvl="0"/>
            <a:r>
              <a:rPr lang="en-US"/>
              <a:t>XX Minutes</a:t>
            </a:r>
            <a:endParaRPr lang="en-GB"/>
          </a:p>
        </p:txBody>
      </p:sp>
    </p:spTree>
    <p:extLst>
      <p:ext uri="{BB962C8B-B14F-4D97-AF65-F5344CB8AC3E}">
        <p14:creationId xmlns:p14="http://schemas.microsoft.com/office/powerpoint/2010/main" val="250937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C191-CBB0-4135-B899-81709D54265C}"/>
              </a:ext>
            </a:extLst>
          </p:cNvPr>
          <p:cNvSpPr>
            <a:spLocks noGrp="1"/>
          </p:cNvSpPr>
          <p:nvPr>
            <p:ph type="title" hasCustomPrompt="1"/>
          </p:nvPr>
        </p:nvSpPr>
        <p:spPr/>
        <p:txBody>
          <a:bodyPr/>
          <a:lstStyle>
            <a:lvl1pPr>
              <a:defRPr/>
            </a:lvl1pPr>
          </a:lstStyle>
          <a:p>
            <a:r>
              <a:rPr lang="en-US"/>
              <a:t>3 Column Layout</a:t>
            </a:r>
            <a:endParaRPr lang="en-IN"/>
          </a:p>
        </p:txBody>
      </p:sp>
      <p:sp>
        <p:nvSpPr>
          <p:cNvPr id="4" name="Slide Number Placeholder 3">
            <a:extLst>
              <a:ext uri="{FF2B5EF4-FFF2-40B4-BE49-F238E27FC236}">
                <a16:creationId xmlns:a16="http://schemas.microsoft.com/office/drawing/2014/main" id="{6AB6ECCE-BFA5-46D3-BA30-90E29691820B}"/>
              </a:ext>
            </a:extLst>
          </p:cNvPr>
          <p:cNvSpPr>
            <a:spLocks noGrp="1"/>
          </p:cNvSpPr>
          <p:nvPr>
            <p:ph type="sldNum" idx="11"/>
          </p:nvPr>
        </p:nvSpPr>
        <p:spPr/>
        <p:txBody>
          <a:bodyPr/>
          <a:lstStyle/>
          <a:p>
            <a:fld id="{00000000-1234-1234-1234-123412341234}" type="slidenum">
              <a:rPr lang="en-US" smtClean="0"/>
              <a:pPr/>
              <a:t>‹#›</a:t>
            </a:fld>
            <a:endParaRPr lang="en-US"/>
          </a:p>
        </p:txBody>
      </p:sp>
      <p:pic>
        <p:nvPicPr>
          <p:cNvPr id="7" name="Google Shape;26;p22">
            <a:extLst>
              <a:ext uri="{FF2B5EF4-FFF2-40B4-BE49-F238E27FC236}">
                <a16:creationId xmlns:a16="http://schemas.microsoft.com/office/drawing/2014/main" id="{82BF5273-62F0-4539-991E-E307C3CDD7F3}"/>
              </a:ext>
            </a:extLst>
          </p:cNvPr>
          <p:cNvPicPr preferRelativeResize="0"/>
          <p:nvPr userDrawn="1"/>
        </p:nvPicPr>
        <p:blipFill>
          <a:blip r:embed="rId2" cstate="screen">
            <a:alphaModFix/>
            <a:extLst>
              <a:ext uri="{28A0092B-C50C-407E-A947-70E740481C1C}">
                <a14:useLocalDpi xmlns:a14="http://schemas.microsoft.com/office/drawing/2010/main"/>
              </a:ext>
            </a:extLst>
          </a:blip>
          <a:stretch>
            <a:fillRect/>
          </a:stretch>
        </p:blipFill>
        <p:spPr>
          <a:xfrm>
            <a:off x="11682925" y="6314992"/>
            <a:ext cx="296550" cy="296075"/>
          </a:xfrm>
          <a:prstGeom prst="rect">
            <a:avLst/>
          </a:prstGeom>
          <a:noFill/>
          <a:ln>
            <a:noFill/>
          </a:ln>
        </p:spPr>
      </p:pic>
      <p:sp>
        <p:nvSpPr>
          <p:cNvPr id="53" name="Text Placeholder 52">
            <a:extLst>
              <a:ext uri="{FF2B5EF4-FFF2-40B4-BE49-F238E27FC236}">
                <a16:creationId xmlns:a16="http://schemas.microsoft.com/office/drawing/2014/main" id="{3097BF49-A196-4240-9EBE-85F07F2CC06E}"/>
              </a:ext>
            </a:extLst>
          </p:cNvPr>
          <p:cNvSpPr>
            <a:spLocks noGrp="1"/>
          </p:cNvSpPr>
          <p:nvPr>
            <p:ph type="body" sz="quarter" idx="12" hasCustomPrompt="1"/>
          </p:nvPr>
        </p:nvSpPr>
        <p:spPr>
          <a:xfrm>
            <a:off x="457201" y="1106924"/>
            <a:ext cx="3429000" cy="731520"/>
          </a:xfrm>
          <a:solidFill>
            <a:schemeClr val="accent1"/>
          </a:solidFill>
          <a:ln>
            <a:noFill/>
          </a:ln>
        </p:spPr>
        <p:txBody>
          <a:bodyPr lIns="91440" tIns="45720" bIns="45720" anchor="ctr">
            <a:noAutofit/>
          </a:bodyPr>
          <a:lstStyle>
            <a:lvl1pPr>
              <a:defRPr sz="1800" b="1">
                <a:solidFill>
                  <a:schemeClr val="tx2"/>
                </a:solidFill>
                <a:latin typeface="Calibri" panose="020F0502020204030204" pitchFamily="34" charset="0"/>
                <a:cs typeface="Calibri" panose="020F0502020204030204" pitchFamily="34" charset="0"/>
              </a:defRPr>
            </a:lvl1pPr>
          </a:lstStyle>
          <a:p>
            <a:pPr lvl="0"/>
            <a:r>
              <a:rPr lang="en-US"/>
              <a:t>Title of Session</a:t>
            </a:r>
          </a:p>
        </p:txBody>
      </p:sp>
      <p:sp>
        <p:nvSpPr>
          <p:cNvPr id="55" name="Text Placeholder 52">
            <a:extLst>
              <a:ext uri="{FF2B5EF4-FFF2-40B4-BE49-F238E27FC236}">
                <a16:creationId xmlns:a16="http://schemas.microsoft.com/office/drawing/2014/main" id="{A70D70A0-5BEE-48F0-88E6-08FA50957AEE}"/>
              </a:ext>
            </a:extLst>
          </p:cNvPr>
          <p:cNvSpPr>
            <a:spLocks noGrp="1"/>
          </p:cNvSpPr>
          <p:nvPr>
            <p:ph type="body" sz="quarter" idx="14" hasCustomPrompt="1"/>
          </p:nvPr>
        </p:nvSpPr>
        <p:spPr>
          <a:xfrm>
            <a:off x="457201" y="2392422"/>
            <a:ext cx="3429000" cy="3932178"/>
          </a:xfrm>
          <a:noFill/>
          <a:ln>
            <a:noFill/>
          </a:ln>
        </p:spPr>
        <p:txBody>
          <a:bodyPr lIns="91440" tIns="45720" bIns="45720" anchor="t">
            <a:noAutofit/>
          </a:bodyPr>
          <a:lstStyle>
            <a:lvl1pPr marL="137160" indent="-137160">
              <a:spcBef>
                <a:spcPts val="600"/>
              </a:spcBef>
              <a:buClr>
                <a:schemeClr val="accent1"/>
              </a:buClr>
              <a:buFont typeface="Arial" panose="020B0604020202020204" pitchFamily="34" charset="0"/>
              <a:buChar char="•"/>
              <a:defRPr sz="1200" b="0">
                <a:solidFill>
                  <a:schemeClr val="accent2"/>
                </a:solidFill>
                <a:latin typeface="Calibri Light" panose="020F0302020204030204" pitchFamily="34" charset="0"/>
                <a:cs typeface="Calibri Light" panose="020F0302020204030204" pitchFamily="34" charset="0"/>
              </a:defRPr>
            </a:lvl1pPr>
          </a:lstStyle>
          <a:p>
            <a:pPr lvl="0"/>
            <a:r>
              <a:rPr lang="en-US"/>
              <a:t>Text</a:t>
            </a:r>
            <a:endParaRPr lang="en-IN"/>
          </a:p>
        </p:txBody>
      </p:sp>
      <p:sp>
        <p:nvSpPr>
          <p:cNvPr id="50" name="Text Placeholder 52">
            <a:extLst>
              <a:ext uri="{FF2B5EF4-FFF2-40B4-BE49-F238E27FC236}">
                <a16:creationId xmlns:a16="http://schemas.microsoft.com/office/drawing/2014/main" id="{3A59E1A3-5E3E-4388-8C45-D1844D6AA154}"/>
              </a:ext>
            </a:extLst>
          </p:cNvPr>
          <p:cNvSpPr>
            <a:spLocks noGrp="1"/>
          </p:cNvSpPr>
          <p:nvPr>
            <p:ph type="body" sz="quarter" idx="15" hasCustomPrompt="1"/>
          </p:nvPr>
        </p:nvSpPr>
        <p:spPr>
          <a:xfrm>
            <a:off x="4378082" y="1106924"/>
            <a:ext cx="3429000" cy="731520"/>
          </a:xfrm>
          <a:solidFill>
            <a:schemeClr val="accent1"/>
          </a:solidFill>
          <a:ln>
            <a:noFill/>
          </a:ln>
        </p:spPr>
        <p:txBody>
          <a:bodyPr lIns="91440" tIns="45720" bIns="45720" anchor="ctr">
            <a:noAutofit/>
          </a:bodyPr>
          <a:lstStyle>
            <a:lvl1pPr>
              <a:defRPr sz="1800" b="1">
                <a:solidFill>
                  <a:schemeClr val="tx2"/>
                </a:solidFill>
                <a:latin typeface="Calibri" panose="020F0502020204030204" pitchFamily="34" charset="0"/>
                <a:cs typeface="Calibri" panose="020F0502020204030204" pitchFamily="34" charset="0"/>
              </a:defRPr>
            </a:lvl1pPr>
          </a:lstStyle>
          <a:p>
            <a:pPr lvl="0"/>
            <a:r>
              <a:rPr lang="en-US"/>
              <a:t>Title of Session</a:t>
            </a:r>
          </a:p>
        </p:txBody>
      </p:sp>
      <p:sp>
        <p:nvSpPr>
          <p:cNvPr id="51" name="Text Placeholder 52">
            <a:extLst>
              <a:ext uri="{FF2B5EF4-FFF2-40B4-BE49-F238E27FC236}">
                <a16:creationId xmlns:a16="http://schemas.microsoft.com/office/drawing/2014/main" id="{8EC29F2C-EFF8-4E70-95D4-DE5B424A6C46}"/>
              </a:ext>
            </a:extLst>
          </p:cNvPr>
          <p:cNvSpPr>
            <a:spLocks noGrp="1"/>
          </p:cNvSpPr>
          <p:nvPr>
            <p:ph type="body" sz="quarter" idx="16" hasCustomPrompt="1"/>
          </p:nvPr>
        </p:nvSpPr>
        <p:spPr>
          <a:xfrm>
            <a:off x="4378082" y="2392422"/>
            <a:ext cx="3429000" cy="3932178"/>
          </a:xfrm>
          <a:noFill/>
          <a:ln>
            <a:noFill/>
          </a:ln>
        </p:spPr>
        <p:txBody>
          <a:bodyPr lIns="91440" tIns="45720" bIns="45720" anchor="t">
            <a:noAutofit/>
          </a:bodyPr>
          <a:lstStyle>
            <a:lvl1pPr marL="137160" indent="-137160">
              <a:spcBef>
                <a:spcPts val="600"/>
              </a:spcBef>
              <a:buClr>
                <a:schemeClr val="accent1"/>
              </a:buClr>
              <a:buFont typeface="Arial" panose="020B0604020202020204" pitchFamily="34" charset="0"/>
              <a:buChar char="•"/>
              <a:defRPr sz="1200" b="0">
                <a:solidFill>
                  <a:schemeClr val="accent2"/>
                </a:solidFill>
                <a:latin typeface="Calibri Light" panose="020F0302020204030204" pitchFamily="34" charset="0"/>
                <a:cs typeface="Calibri Light" panose="020F0302020204030204" pitchFamily="34" charset="0"/>
              </a:defRPr>
            </a:lvl1pPr>
          </a:lstStyle>
          <a:p>
            <a:pPr lvl="0"/>
            <a:r>
              <a:rPr lang="en-US"/>
              <a:t>Text</a:t>
            </a:r>
            <a:endParaRPr lang="en-IN"/>
          </a:p>
        </p:txBody>
      </p:sp>
      <p:sp>
        <p:nvSpPr>
          <p:cNvPr id="56" name="Text Placeholder 52">
            <a:extLst>
              <a:ext uri="{FF2B5EF4-FFF2-40B4-BE49-F238E27FC236}">
                <a16:creationId xmlns:a16="http://schemas.microsoft.com/office/drawing/2014/main" id="{612D5E7E-1430-423F-9A1B-42AD54340522}"/>
              </a:ext>
            </a:extLst>
          </p:cNvPr>
          <p:cNvSpPr>
            <a:spLocks noGrp="1"/>
          </p:cNvSpPr>
          <p:nvPr>
            <p:ph type="body" sz="quarter" idx="17" hasCustomPrompt="1"/>
          </p:nvPr>
        </p:nvSpPr>
        <p:spPr>
          <a:xfrm>
            <a:off x="8296268" y="1106924"/>
            <a:ext cx="3429000" cy="731520"/>
          </a:xfrm>
          <a:solidFill>
            <a:schemeClr val="accent1"/>
          </a:solidFill>
          <a:ln>
            <a:noFill/>
          </a:ln>
        </p:spPr>
        <p:txBody>
          <a:bodyPr lIns="91440" tIns="45720" bIns="45720" anchor="ctr">
            <a:noAutofit/>
          </a:bodyPr>
          <a:lstStyle>
            <a:lvl1pPr>
              <a:defRPr sz="1800" b="1">
                <a:solidFill>
                  <a:schemeClr val="tx2"/>
                </a:solidFill>
                <a:latin typeface="Calibri" panose="020F0502020204030204" pitchFamily="34" charset="0"/>
                <a:cs typeface="Calibri" panose="020F0502020204030204" pitchFamily="34" charset="0"/>
              </a:defRPr>
            </a:lvl1pPr>
          </a:lstStyle>
          <a:p>
            <a:pPr lvl="0"/>
            <a:r>
              <a:rPr lang="en-US"/>
              <a:t>Title of Session</a:t>
            </a:r>
          </a:p>
        </p:txBody>
      </p:sp>
      <p:sp>
        <p:nvSpPr>
          <p:cNvPr id="57" name="Text Placeholder 52">
            <a:extLst>
              <a:ext uri="{FF2B5EF4-FFF2-40B4-BE49-F238E27FC236}">
                <a16:creationId xmlns:a16="http://schemas.microsoft.com/office/drawing/2014/main" id="{86E355A7-A199-4F93-80A7-F3F23F4BCF59}"/>
              </a:ext>
            </a:extLst>
          </p:cNvPr>
          <p:cNvSpPr>
            <a:spLocks noGrp="1"/>
          </p:cNvSpPr>
          <p:nvPr>
            <p:ph type="body" sz="quarter" idx="18" hasCustomPrompt="1"/>
          </p:nvPr>
        </p:nvSpPr>
        <p:spPr>
          <a:xfrm>
            <a:off x="8296268" y="2392422"/>
            <a:ext cx="3429000" cy="3932178"/>
          </a:xfrm>
          <a:noFill/>
          <a:ln>
            <a:noFill/>
          </a:ln>
        </p:spPr>
        <p:txBody>
          <a:bodyPr lIns="91440" tIns="45720" bIns="45720" anchor="t">
            <a:noAutofit/>
          </a:bodyPr>
          <a:lstStyle>
            <a:lvl1pPr marL="137160" indent="-137160">
              <a:spcBef>
                <a:spcPts val="600"/>
              </a:spcBef>
              <a:buClr>
                <a:schemeClr val="accent1"/>
              </a:buClr>
              <a:buFont typeface="Arial" panose="020B0604020202020204" pitchFamily="34" charset="0"/>
              <a:buChar char="•"/>
              <a:defRPr sz="1200" b="0">
                <a:solidFill>
                  <a:schemeClr val="accent2"/>
                </a:solidFill>
                <a:latin typeface="Calibri Light" panose="020F0302020204030204" pitchFamily="34" charset="0"/>
                <a:cs typeface="Calibri Light" panose="020F0302020204030204" pitchFamily="34" charset="0"/>
              </a:defRPr>
            </a:lvl1pPr>
          </a:lstStyle>
          <a:p>
            <a:pPr lvl="0"/>
            <a:r>
              <a:rPr lang="en-US"/>
              <a:t>Text</a:t>
            </a:r>
            <a:endParaRPr lang="en-IN"/>
          </a:p>
        </p:txBody>
      </p:sp>
      <p:sp>
        <p:nvSpPr>
          <p:cNvPr id="9" name="Text Placeholder 8">
            <a:extLst>
              <a:ext uri="{FF2B5EF4-FFF2-40B4-BE49-F238E27FC236}">
                <a16:creationId xmlns:a16="http://schemas.microsoft.com/office/drawing/2014/main" id="{0BC4FE2E-B3EF-437D-ACDC-2C882E4F5BC6}"/>
              </a:ext>
            </a:extLst>
          </p:cNvPr>
          <p:cNvSpPr>
            <a:spLocks noGrp="1"/>
          </p:cNvSpPr>
          <p:nvPr>
            <p:ph type="body" sz="quarter" idx="19" hasCustomPrompt="1"/>
          </p:nvPr>
        </p:nvSpPr>
        <p:spPr>
          <a:xfrm>
            <a:off x="457201" y="1838444"/>
            <a:ext cx="3432936" cy="457200"/>
          </a:xfrm>
          <a:solidFill>
            <a:schemeClr val="accent4">
              <a:lumMod val="20000"/>
              <a:lumOff val="80000"/>
            </a:schemeClr>
          </a:solidFill>
          <a:ln>
            <a:noFill/>
          </a:ln>
        </p:spPr>
        <p:txBody>
          <a:bodyPr lIns="91440" tIns="45720" bIns="45720" anchor="ctr"/>
          <a:lstStyle>
            <a:lvl1pPr>
              <a:defRPr sz="1400" b="1"/>
            </a:lvl1pPr>
          </a:lstStyle>
          <a:p>
            <a:pPr lvl="0"/>
            <a:r>
              <a:rPr lang="en-US"/>
              <a:t>XX Minutes</a:t>
            </a:r>
          </a:p>
        </p:txBody>
      </p:sp>
      <p:sp>
        <p:nvSpPr>
          <p:cNvPr id="23" name="Text Placeholder 8">
            <a:extLst>
              <a:ext uri="{FF2B5EF4-FFF2-40B4-BE49-F238E27FC236}">
                <a16:creationId xmlns:a16="http://schemas.microsoft.com/office/drawing/2014/main" id="{D4FF5BAF-5458-4E75-83B8-A162B1EA5F05}"/>
              </a:ext>
            </a:extLst>
          </p:cNvPr>
          <p:cNvSpPr>
            <a:spLocks noGrp="1"/>
          </p:cNvSpPr>
          <p:nvPr>
            <p:ph type="body" sz="quarter" idx="20" hasCustomPrompt="1"/>
          </p:nvPr>
        </p:nvSpPr>
        <p:spPr>
          <a:xfrm>
            <a:off x="4378082" y="1838444"/>
            <a:ext cx="3432936" cy="457200"/>
          </a:xfrm>
          <a:solidFill>
            <a:schemeClr val="accent4">
              <a:lumMod val="20000"/>
              <a:lumOff val="80000"/>
            </a:schemeClr>
          </a:solidFill>
          <a:ln>
            <a:noFill/>
          </a:ln>
        </p:spPr>
        <p:txBody>
          <a:bodyPr lIns="91440" tIns="45720" bIns="45720" anchor="ctr"/>
          <a:lstStyle>
            <a:lvl1pPr>
              <a:defRPr sz="1400" b="1"/>
            </a:lvl1pPr>
          </a:lstStyle>
          <a:p>
            <a:pPr lvl="0"/>
            <a:r>
              <a:rPr lang="en-US"/>
              <a:t>XX Minutes</a:t>
            </a:r>
          </a:p>
        </p:txBody>
      </p:sp>
      <p:sp>
        <p:nvSpPr>
          <p:cNvPr id="24" name="Text Placeholder 8">
            <a:extLst>
              <a:ext uri="{FF2B5EF4-FFF2-40B4-BE49-F238E27FC236}">
                <a16:creationId xmlns:a16="http://schemas.microsoft.com/office/drawing/2014/main" id="{70FD278C-30D6-427D-835E-E46FB5FC4799}"/>
              </a:ext>
            </a:extLst>
          </p:cNvPr>
          <p:cNvSpPr>
            <a:spLocks noGrp="1"/>
          </p:cNvSpPr>
          <p:nvPr>
            <p:ph type="body" sz="quarter" idx="21" hasCustomPrompt="1"/>
          </p:nvPr>
        </p:nvSpPr>
        <p:spPr>
          <a:xfrm>
            <a:off x="8296268" y="1838444"/>
            <a:ext cx="3432936" cy="457200"/>
          </a:xfrm>
          <a:solidFill>
            <a:schemeClr val="accent4">
              <a:lumMod val="20000"/>
              <a:lumOff val="80000"/>
            </a:schemeClr>
          </a:solidFill>
          <a:ln>
            <a:noFill/>
          </a:ln>
        </p:spPr>
        <p:txBody>
          <a:bodyPr lIns="91440" tIns="45720" bIns="45720" anchor="ctr"/>
          <a:lstStyle>
            <a:lvl1pPr>
              <a:defRPr sz="1400" b="1"/>
            </a:lvl1pPr>
          </a:lstStyle>
          <a:p>
            <a:pPr lvl="0"/>
            <a:r>
              <a:rPr lang="en-US"/>
              <a:t>XX Minutes</a:t>
            </a:r>
          </a:p>
        </p:txBody>
      </p:sp>
    </p:spTree>
    <p:extLst>
      <p:ext uri="{BB962C8B-B14F-4D97-AF65-F5344CB8AC3E}">
        <p14:creationId xmlns:p14="http://schemas.microsoft.com/office/powerpoint/2010/main" val="2145181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 Colum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6C191-CBB0-4135-B899-81709D54265C}"/>
              </a:ext>
            </a:extLst>
          </p:cNvPr>
          <p:cNvSpPr>
            <a:spLocks noGrp="1"/>
          </p:cNvSpPr>
          <p:nvPr>
            <p:ph type="title" hasCustomPrompt="1"/>
          </p:nvPr>
        </p:nvSpPr>
        <p:spPr/>
        <p:txBody>
          <a:bodyPr/>
          <a:lstStyle>
            <a:lvl1pPr>
              <a:defRPr/>
            </a:lvl1pPr>
          </a:lstStyle>
          <a:p>
            <a:r>
              <a:rPr lang="en-US"/>
              <a:t>4 Column Layout</a:t>
            </a:r>
            <a:endParaRPr lang="en-IN"/>
          </a:p>
        </p:txBody>
      </p:sp>
      <p:sp>
        <p:nvSpPr>
          <p:cNvPr id="4" name="Slide Number Placeholder 3">
            <a:extLst>
              <a:ext uri="{FF2B5EF4-FFF2-40B4-BE49-F238E27FC236}">
                <a16:creationId xmlns:a16="http://schemas.microsoft.com/office/drawing/2014/main" id="{6AB6ECCE-BFA5-46D3-BA30-90E29691820B}"/>
              </a:ext>
            </a:extLst>
          </p:cNvPr>
          <p:cNvSpPr>
            <a:spLocks noGrp="1"/>
          </p:cNvSpPr>
          <p:nvPr>
            <p:ph type="sldNum" idx="11"/>
          </p:nvPr>
        </p:nvSpPr>
        <p:spPr/>
        <p:txBody>
          <a:bodyPr/>
          <a:lstStyle/>
          <a:p>
            <a:fld id="{00000000-1234-1234-1234-123412341234}" type="slidenum">
              <a:rPr lang="en-US" smtClean="0"/>
              <a:pPr/>
              <a:t>‹#›</a:t>
            </a:fld>
            <a:endParaRPr lang="en-US"/>
          </a:p>
        </p:txBody>
      </p:sp>
      <p:pic>
        <p:nvPicPr>
          <p:cNvPr id="7" name="Google Shape;26;p22">
            <a:extLst>
              <a:ext uri="{FF2B5EF4-FFF2-40B4-BE49-F238E27FC236}">
                <a16:creationId xmlns:a16="http://schemas.microsoft.com/office/drawing/2014/main" id="{82BF5273-62F0-4539-991E-E307C3CDD7F3}"/>
              </a:ext>
            </a:extLst>
          </p:cNvPr>
          <p:cNvPicPr preferRelativeResize="0"/>
          <p:nvPr userDrawn="1"/>
        </p:nvPicPr>
        <p:blipFill>
          <a:blip r:embed="rId2" cstate="screen">
            <a:alphaModFix/>
            <a:extLst>
              <a:ext uri="{28A0092B-C50C-407E-A947-70E740481C1C}">
                <a14:useLocalDpi xmlns:a14="http://schemas.microsoft.com/office/drawing/2010/main"/>
              </a:ext>
            </a:extLst>
          </a:blip>
          <a:stretch>
            <a:fillRect/>
          </a:stretch>
        </p:blipFill>
        <p:spPr>
          <a:xfrm>
            <a:off x="11682925" y="6314992"/>
            <a:ext cx="296550" cy="296075"/>
          </a:xfrm>
          <a:prstGeom prst="rect">
            <a:avLst/>
          </a:prstGeom>
          <a:noFill/>
          <a:ln>
            <a:noFill/>
          </a:ln>
        </p:spPr>
      </p:pic>
      <p:sp>
        <p:nvSpPr>
          <p:cNvPr id="53" name="Text Placeholder 52">
            <a:extLst>
              <a:ext uri="{FF2B5EF4-FFF2-40B4-BE49-F238E27FC236}">
                <a16:creationId xmlns:a16="http://schemas.microsoft.com/office/drawing/2014/main" id="{3097BF49-A196-4240-9EBE-85F07F2CC06E}"/>
              </a:ext>
            </a:extLst>
          </p:cNvPr>
          <p:cNvSpPr>
            <a:spLocks noGrp="1"/>
          </p:cNvSpPr>
          <p:nvPr>
            <p:ph type="body" sz="quarter" idx="12" hasCustomPrompt="1"/>
          </p:nvPr>
        </p:nvSpPr>
        <p:spPr>
          <a:xfrm>
            <a:off x="457201" y="1106924"/>
            <a:ext cx="2500553" cy="731520"/>
          </a:xfrm>
          <a:solidFill>
            <a:schemeClr val="accent1"/>
          </a:solidFill>
          <a:ln>
            <a:noFill/>
          </a:ln>
        </p:spPr>
        <p:txBody>
          <a:bodyPr lIns="91440" tIns="45720" bIns="45720" anchor="ctr">
            <a:noAutofit/>
          </a:bodyPr>
          <a:lstStyle>
            <a:lvl1pPr>
              <a:defRPr sz="1800" b="1">
                <a:solidFill>
                  <a:schemeClr val="tx2"/>
                </a:solidFill>
                <a:latin typeface="Calibri" panose="020F0502020204030204" pitchFamily="34" charset="0"/>
                <a:cs typeface="Calibri" panose="020F0502020204030204" pitchFamily="34" charset="0"/>
              </a:defRPr>
            </a:lvl1pPr>
          </a:lstStyle>
          <a:p>
            <a:pPr lvl="0"/>
            <a:r>
              <a:rPr lang="en-US"/>
              <a:t>Title of Session</a:t>
            </a:r>
          </a:p>
        </p:txBody>
      </p:sp>
      <p:sp>
        <p:nvSpPr>
          <p:cNvPr id="55" name="Text Placeholder 52">
            <a:extLst>
              <a:ext uri="{FF2B5EF4-FFF2-40B4-BE49-F238E27FC236}">
                <a16:creationId xmlns:a16="http://schemas.microsoft.com/office/drawing/2014/main" id="{A70D70A0-5BEE-48F0-88E6-08FA50957AEE}"/>
              </a:ext>
            </a:extLst>
          </p:cNvPr>
          <p:cNvSpPr>
            <a:spLocks noGrp="1"/>
          </p:cNvSpPr>
          <p:nvPr>
            <p:ph type="body" sz="quarter" idx="14" hasCustomPrompt="1"/>
          </p:nvPr>
        </p:nvSpPr>
        <p:spPr>
          <a:xfrm>
            <a:off x="457201" y="2393910"/>
            <a:ext cx="2500553" cy="3930689"/>
          </a:xfrm>
          <a:noFill/>
          <a:ln>
            <a:noFill/>
          </a:ln>
        </p:spPr>
        <p:txBody>
          <a:bodyPr lIns="91440" tIns="45720" bIns="45720" anchor="t">
            <a:noAutofit/>
          </a:bodyPr>
          <a:lstStyle>
            <a:lvl1pPr marL="137160" indent="-137160">
              <a:buClr>
                <a:schemeClr val="accent1"/>
              </a:buClr>
              <a:buFont typeface="Arial" panose="020B0604020202020204" pitchFamily="34" charset="0"/>
              <a:buChar char="•"/>
              <a:defRPr sz="1200" b="0">
                <a:solidFill>
                  <a:schemeClr val="accent2"/>
                </a:solidFill>
                <a:latin typeface="Calibri Light" panose="020F0302020204030204" pitchFamily="34" charset="0"/>
                <a:cs typeface="Calibri Light" panose="020F0302020204030204" pitchFamily="34" charset="0"/>
              </a:defRPr>
            </a:lvl1pPr>
          </a:lstStyle>
          <a:p>
            <a:pPr lvl="0"/>
            <a:r>
              <a:rPr lang="en-US"/>
              <a:t>Text</a:t>
            </a:r>
            <a:endParaRPr lang="en-IN"/>
          </a:p>
        </p:txBody>
      </p:sp>
      <p:sp>
        <p:nvSpPr>
          <p:cNvPr id="19" name="Text Placeholder 52">
            <a:extLst>
              <a:ext uri="{FF2B5EF4-FFF2-40B4-BE49-F238E27FC236}">
                <a16:creationId xmlns:a16="http://schemas.microsoft.com/office/drawing/2014/main" id="{C69A7F25-2972-4705-A2E4-F63AA8508131}"/>
              </a:ext>
            </a:extLst>
          </p:cNvPr>
          <p:cNvSpPr>
            <a:spLocks noGrp="1"/>
          </p:cNvSpPr>
          <p:nvPr>
            <p:ph type="body" sz="quarter" idx="15" hasCustomPrompt="1"/>
          </p:nvPr>
        </p:nvSpPr>
        <p:spPr>
          <a:xfrm>
            <a:off x="3409120" y="1106924"/>
            <a:ext cx="2500553" cy="731520"/>
          </a:xfrm>
          <a:solidFill>
            <a:schemeClr val="accent1"/>
          </a:solidFill>
          <a:ln>
            <a:noFill/>
          </a:ln>
        </p:spPr>
        <p:txBody>
          <a:bodyPr lIns="91440" tIns="45720" bIns="45720" anchor="ctr">
            <a:noAutofit/>
          </a:bodyPr>
          <a:lstStyle>
            <a:lvl1pPr>
              <a:defRPr sz="1800" b="1">
                <a:solidFill>
                  <a:schemeClr val="tx2"/>
                </a:solidFill>
                <a:latin typeface="Calibri" panose="020F0502020204030204" pitchFamily="34" charset="0"/>
                <a:cs typeface="Calibri" panose="020F0502020204030204" pitchFamily="34" charset="0"/>
              </a:defRPr>
            </a:lvl1pPr>
          </a:lstStyle>
          <a:p>
            <a:pPr lvl="0"/>
            <a:r>
              <a:rPr lang="en-US"/>
              <a:t>Title of Session</a:t>
            </a:r>
          </a:p>
        </p:txBody>
      </p:sp>
      <p:sp>
        <p:nvSpPr>
          <p:cNvPr id="21" name="Text Placeholder 52">
            <a:extLst>
              <a:ext uri="{FF2B5EF4-FFF2-40B4-BE49-F238E27FC236}">
                <a16:creationId xmlns:a16="http://schemas.microsoft.com/office/drawing/2014/main" id="{5B66C799-B31A-44D9-B293-BA54F9211EB7}"/>
              </a:ext>
            </a:extLst>
          </p:cNvPr>
          <p:cNvSpPr>
            <a:spLocks noGrp="1"/>
          </p:cNvSpPr>
          <p:nvPr>
            <p:ph type="body" sz="quarter" idx="16" hasCustomPrompt="1"/>
          </p:nvPr>
        </p:nvSpPr>
        <p:spPr>
          <a:xfrm>
            <a:off x="3409120" y="2393910"/>
            <a:ext cx="2500553" cy="3930689"/>
          </a:xfrm>
          <a:noFill/>
          <a:ln>
            <a:noFill/>
          </a:ln>
        </p:spPr>
        <p:txBody>
          <a:bodyPr lIns="91440" tIns="45720" bIns="45720" anchor="t">
            <a:noAutofit/>
          </a:bodyPr>
          <a:lstStyle>
            <a:lvl1pPr marL="137160" indent="-137160">
              <a:buClr>
                <a:schemeClr val="accent1"/>
              </a:buClr>
              <a:buFont typeface="Arial" panose="020B0604020202020204" pitchFamily="34" charset="0"/>
              <a:buChar char="•"/>
              <a:defRPr sz="1200" b="0">
                <a:solidFill>
                  <a:schemeClr val="accent2"/>
                </a:solidFill>
                <a:latin typeface="Calibri Light" panose="020F0302020204030204" pitchFamily="34" charset="0"/>
                <a:cs typeface="Calibri Light" panose="020F0302020204030204" pitchFamily="34" charset="0"/>
              </a:defRPr>
            </a:lvl1pPr>
          </a:lstStyle>
          <a:p>
            <a:pPr lvl="0"/>
            <a:r>
              <a:rPr lang="en-US"/>
              <a:t>Text</a:t>
            </a:r>
            <a:endParaRPr lang="en-IN"/>
          </a:p>
        </p:txBody>
      </p:sp>
      <p:sp>
        <p:nvSpPr>
          <p:cNvPr id="23" name="Text Placeholder 52">
            <a:extLst>
              <a:ext uri="{FF2B5EF4-FFF2-40B4-BE49-F238E27FC236}">
                <a16:creationId xmlns:a16="http://schemas.microsoft.com/office/drawing/2014/main" id="{806A919A-F7C2-4431-B9B0-938984001427}"/>
              </a:ext>
            </a:extLst>
          </p:cNvPr>
          <p:cNvSpPr>
            <a:spLocks noGrp="1"/>
          </p:cNvSpPr>
          <p:nvPr>
            <p:ph type="body" sz="quarter" idx="17" hasCustomPrompt="1"/>
          </p:nvPr>
        </p:nvSpPr>
        <p:spPr>
          <a:xfrm>
            <a:off x="6306222" y="1106924"/>
            <a:ext cx="2500553" cy="731520"/>
          </a:xfrm>
          <a:solidFill>
            <a:schemeClr val="accent1"/>
          </a:solidFill>
          <a:ln>
            <a:noFill/>
          </a:ln>
        </p:spPr>
        <p:txBody>
          <a:bodyPr lIns="91440" tIns="45720" bIns="45720" anchor="ctr">
            <a:noAutofit/>
          </a:bodyPr>
          <a:lstStyle>
            <a:lvl1pPr>
              <a:defRPr sz="1800" b="1">
                <a:solidFill>
                  <a:schemeClr val="tx2"/>
                </a:solidFill>
                <a:latin typeface="Calibri" panose="020F0502020204030204" pitchFamily="34" charset="0"/>
                <a:cs typeface="Calibri" panose="020F0502020204030204" pitchFamily="34" charset="0"/>
              </a:defRPr>
            </a:lvl1pPr>
          </a:lstStyle>
          <a:p>
            <a:pPr lvl="0"/>
            <a:r>
              <a:rPr lang="en-US"/>
              <a:t>Title of Session</a:t>
            </a:r>
          </a:p>
        </p:txBody>
      </p:sp>
      <p:sp>
        <p:nvSpPr>
          <p:cNvPr id="24" name="Text Placeholder 52">
            <a:extLst>
              <a:ext uri="{FF2B5EF4-FFF2-40B4-BE49-F238E27FC236}">
                <a16:creationId xmlns:a16="http://schemas.microsoft.com/office/drawing/2014/main" id="{070DBC27-1490-4CA3-8474-823009C1340E}"/>
              </a:ext>
            </a:extLst>
          </p:cNvPr>
          <p:cNvSpPr>
            <a:spLocks noGrp="1"/>
          </p:cNvSpPr>
          <p:nvPr>
            <p:ph type="body" sz="quarter" idx="18" hasCustomPrompt="1"/>
          </p:nvPr>
        </p:nvSpPr>
        <p:spPr>
          <a:xfrm>
            <a:off x="6306222" y="2393910"/>
            <a:ext cx="2500553" cy="3930689"/>
          </a:xfrm>
          <a:noFill/>
          <a:ln>
            <a:noFill/>
          </a:ln>
        </p:spPr>
        <p:txBody>
          <a:bodyPr lIns="91440" tIns="45720" bIns="45720" anchor="t">
            <a:noAutofit/>
          </a:bodyPr>
          <a:lstStyle>
            <a:lvl1pPr marL="137160" indent="-137160">
              <a:buClr>
                <a:schemeClr val="accent1"/>
              </a:buClr>
              <a:buFont typeface="Arial" panose="020B0604020202020204" pitchFamily="34" charset="0"/>
              <a:buChar char="•"/>
              <a:defRPr sz="1200" b="0">
                <a:solidFill>
                  <a:schemeClr val="accent2"/>
                </a:solidFill>
                <a:latin typeface="Calibri Light" panose="020F0302020204030204" pitchFamily="34" charset="0"/>
                <a:cs typeface="Calibri Light" panose="020F0302020204030204" pitchFamily="34" charset="0"/>
              </a:defRPr>
            </a:lvl1pPr>
          </a:lstStyle>
          <a:p>
            <a:pPr lvl="0"/>
            <a:r>
              <a:rPr lang="en-US"/>
              <a:t>Text</a:t>
            </a:r>
            <a:endParaRPr lang="en-IN"/>
          </a:p>
        </p:txBody>
      </p:sp>
      <p:sp>
        <p:nvSpPr>
          <p:cNvPr id="26" name="Text Placeholder 52">
            <a:extLst>
              <a:ext uri="{FF2B5EF4-FFF2-40B4-BE49-F238E27FC236}">
                <a16:creationId xmlns:a16="http://schemas.microsoft.com/office/drawing/2014/main" id="{09FD91CB-68D1-4644-B1AE-C4972FFB8424}"/>
              </a:ext>
            </a:extLst>
          </p:cNvPr>
          <p:cNvSpPr>
            <a:spLocks noGrp="1"/>
          </p:cNvSpPr>
          <p:nvPr>
            <p:ph type="body" sz="quarter" idx="19" hasCustomPrompt="1"/>
          </p:nvPr>
        </p:nvSpPr>
        <p:spPr>
          <a:xfrm>
            <a:off x="9231551" y="1106924"/>
            <a:ext cx="2500553" cy="731520"/>
          </a:xfrm>
          <a:solidFill>
            <a:schemeClr val="accent1"/>
          </a:solidFill>
          <a:ln>
            <a:noFill/>
          </a:ln>
        </p:spPr>
        <p:txBody>
          <a:bodyPr lIns="91440" tIns="45720" bIns="45720" anchor="ctr">
            <a:noAutofit/>
          </a:bodyPr>
          <a:lstStyle>
            <a:lvl1pPr>
              <a:defRPr sz="1800" b="1">
                <a:solidFill>
                  <a:schemeClr val="tx2"/>
                </a:solidFill>
                <a:latin typeface="Calibri" panose="020F0502020204030204" pitchFamily="34" charset="0"/>
                <a:cs typeface="Calibri" panose="020F0502020204030204" pitchFamily="34" charset="0"/>
              </a:defRPr>
            </a:lvl1pPr>
          </a:lstStyle>
          <a:p>
            <a:pPr lvl="0"/>
            <a:r>
              <a:rPr lang="en-US"/>
              <a:t>Title of Session</a:t>
            </a:r>
          </a:p>
        </p:txBody>
      </p:sp>
      <p:sp>
        <p:nvSpPr>
          <p:cNvPr id="27" name="Text Placeholder 52">
            <a:extLst>
              <a:ext uri="{FF2B5EF4-FFF2-40B4-BE49-F238E27FC236}">
                <a16:creationId xmlns:a16="http://schemas.microsoft.com/office/drawing/2014/main" id="{74D86A6F-8CBA-4877-9383-38C023E2BAE2}"/>
              </a:ext>
            </a:extLst>
          </p:cNvPr>
          <p:cNvSpPr>
            <a:spLocks noGrp="1"/>
          </p:cNvSpPr>
          <p:nvPr>
            <p:ph type="body" sz="quarter" idx="20" hasCustomPrompt="1"/>
          </p:nvPr>
        </p:nvSpPr>
        <p:spPr>
          <a:xfrm>
            <a:off x="9231551" y="2393910"/>
            <a:ext cx="2500553" cy="3930689"/>
          </a:xfrm>
          <a:noFill/>
          <a:ln>
            <a:noFill/>
          </a:ln>
        </p:spPr>
        <p:txBody>
          <a:bodyPr lIns="91440" tIns="45720" bIns="45720" anchor="t">
            <a:noAutofit/>
          </a:bodyPr>
          <a:lstStyle>
            <a:lvl1pPr marL="137160" indent="-137160">
              <a:buClr>
                <a:schemeClr val="accent1"/>
              </a:buClr>
              <a:buFont typeface="Arial" panose="020B0604020202020204" pitchFamily="34" charset="0"/>
              <a:buChar char="•"/>
              <a:defRPr sz="1200" b="0">
                <a:solidFill>
                  <a:schemeClr val="accent2"/>
                </a:solidFill>
                <a:latin typeface="Calibri Light" panose="020F0302020204030204" pitchFamily="34" charset="0"/>
                <a:cs typeface="Calibri Light" panose="020F0302020204030204" pitchFamily="34" charset="0"/>
              </a:defRPr>
            </a:lvl1pPr>
          </a:lstStyle>
          <a:p>
            <a:pPr lvl="0"/>
            <a:r>
              <a:rPr lang="en-US"/>
              <a:t>Text</a:t>
            </a:r>
            <a:endParaRPr lang="en-IN"/>
          </a:p>
        </p:txBody>
      </p:sp>
      <p:sp>
        <p:nvSpPr>
          <p:cNvPr id="29" name="Text Placeholder 8">
            <a:extLst>
              <a:ext uri="{FF2B5EF4-FFF2-40B4-BE49-F238E27FC236}">
                <a16:creationId xmlns:a16="http://schemas.microsoft.com/office/drawing/2014/main" id="{765BA9A3-D651-49BE-8F03-03E58C6DC0E7}"/>
              </a:ext>
            </a:extLst>
          </p:cNvPr>
          <p:cNvSpPr>
            <a:spLocks noGrp="1"/>
          </p:cNvSpPr>
          <p:nvPr>
            <p:ph type="body" sz="quarter" idx="21" hasCustomPrompt="1"/>
          </p:nvPr>
        </p:nvSpPr>
        <p:spPr>
          <a:xfrm>
            <a:off x="457201" y="1838444"/>
            <a:ext cx="2495161" cy="457200"/>
          </a:xfrm>
          <a:solidFill>
            <a:schemeClr val="accent4">
              <a:lumMod val="20000"/>
              <a:lumOff val="80000"/>
            </a:schemeClr>
          </a:solidFill>
          <a:ln>
            <a:noFill/>
          </a:ln>
        </p:spPr>
        <p:txBody>
          <a:bodyPr lIns="91440" tIns="45720" bIns="45720" anchor="ctr"/>
          <a:lstStyle>
            <a:lvl1pPr>
              <a:defRPr sz="1400" b="1"/>
            </a:lvl1pPr>
          </a:lstStyle>
          <a:p>
            <a:pPr lvl="0"/>
            <a:r>
              <a:rPr lang="en-US"/>
              <a:t>XX Minutes</a:t>
            </a:r>
          </a:p>
        </p:txBody>
      </p:sp>
      <p:sp>
        <p:nvSpPr>
          <p:cNvPr id="31" name="Text Placeholder 8">
            <a:extLst>
              <a:ext uri="{FF2B5EF4-FFF2-40B4-BE49-F238E27FC236}">
                <a16:creationId xmlns:a16="http://schemas.microsoft.com/office/drawing/2014/main" id="{1A1F90CB-AE64-4010-A6C2-61CB1EBA7926}"/>
              </a:ext>
            </a:extLst>
          </p:cNvPr>
          <p:cNvSpPr>
            <a:spLocks noGrp="1"/>
          </p:cNvSpPr>
          <p:nvPr>
            <p:ph type="body" sz="quarter" idx="22" hasCustomPrompt="1"/>
          </p:nvPr>
        </p:nvSpPr>
        <p:spPr>
          <a:xfrm>
            <a:off x="3415100" y="1838444"/>
            <a:ext cx="2495161" cy="457200"/>
          </a:xfrm>
          <a:solidFill>
            <a:schemeClr val="accent4">
              <a:lumMod val="20000"/>
              <a:lumOff val="80000"/>
            </a:schemeClr>
          </a:solidFill>
          <a:ln>
            <a:noFill/>
          </a:ln>
        </p:spPr>
        <p:txBody>
          <a:bodyPr lIns="91440" tIns="45720" bIns="45720" anchor="ctr"/>
          <a:lstStyle>
            <a:lvl1pPr>
              <a:defRPr sz="1400" b="1"/>
            </a:lvl1pPr>
          </a:lstStyle>
          <a:p>
            <a:pPr lvl="0"/>
            <a:r>
              <a:rPr lang="en-US"/>
              <a:t>XX Minutes</a:t>
            </a:r>
          </a:p>
        </p:txBody>
      </p:sp>
      <p:sp>
        <p:nvSpPr>
          <p:cNvPr id="33" name="Text Placeholder 8">
            <a:extLst>
              <a:ext uri="{FF2B5EF4-FFF2-40B4-BE49-F238E27FC236}">
                <a16:creationId xmlns:a16="http://schemas.microsoft.com/office/drawing/2014/main" id="{9D4B66E4-C119-4656-832C-C74E0B1993FA}"/>
              </a:ext>
            </a:extLst>
          </p:cNvPr>
          <p:cNvSpPr>
            <a:spLocks noGrp="1"/>
          </p:cNvSpPr>
          <p:nvPr>
            <p:ph type="body" sz="quarter" idx="23" hasCustomPrompt="1"/>
          </p:nvPr>
        </p:nvSpPr>
        <p:spPr>
          <a:xfrm>
            <a:off x="6313255" y="1838444"/>
            <a:ext cx="2495161" cy="457200"/>
          </a:xfrm>
          <a:solidFill>
            <a:schemeClr val="accent4">
              <a:lumMod val="20000"/>
              <a:lumOff val="80000"/>
            </a:schemeClr>
          </a:solidFill>
          <a:ln>
            <a:noFill/>
          </a:ln>
        </p:spPr>
        <p:txBody>
          <a:bodyPr lIns="91440" tIns="45720" bIns="45720" anchor="ctr"/>
          <a:lstStyle>
            <a:lvl1pPr>
              <a:defRPr sz="1400" b="1"/>
            </a:lvl1pPr>
          </a:lstStyle>
          <a:p>
            <a:pPr lvl="0"/>
            <a:r>
              <a:rPr lang="en-US"/>
              <a:t>XX Minutes</a:t>
            </a:r>
          </a:p>
        </p:txBody>
      </p:sp>
      <p:sp>
        <p:nvSpPr>
          <p:cNvPr id="35" name="Text Placeholder 8">
            <a:extLst>
              <a:ext uri="{FF2B5EF4-FFF2-40B4-BE49-F238E27FC236}">
                <a16:creationId xmlns:a16="http://schemas.microsoft.com/office/drawing/2014/main" id="{35DEE766-6F31-4339-99A9-9E95D7D66FEE}"/>
              </a:ext>
            </a:extLst>
          </p:cNvPr>
          <p:cNvSpPr>
            <a:spLocks noGrp="1"/>
          </p:cNvSpPr>
          <p:nvPr>
            <p:ph type="body" sz="quarter" idx="24" hasCustomPrompt="1"/>
          </p:nvPr>
        </p:nvSpPr>
        <p:spPr>
          <a:xfrm>
            <a:off x="9231551" y="1838444"/>
            <a:ext cx="2495161" cy="457200"/>
          </a:xfrm>
          <a:solidFill>
            <a:schemeClr val="accent4">
              <a:lumMod val="20000"/>
              <a:lumOff val="80000"/>
            </a:schemeClr>
          </a:solidFill>
          <a:ln>
            <a:noFill/>
          </a:ln>
        </p:spPr>
        <p:txBody>
          <a:bodyPr lIns="91440" tIns="45720" bIns="45720" anchor="ctr"/>
          <a:lstStyle>
            <a:lvl1pPr>
              <a:defRPr sz="1400" b="1"/>
            </a:lvl1pPr>
          </a:lstStyle>
          <a:p>
            <a:pPr lvl="0"/>
            <a:r>
              <a:rPr lang="en-US"/>
              <a:t>XX Minutes</a:t>
            </a:r>
          </a:p>
        </p:txBody>
      </p:sp>
    </p:spTree>
    <p:extLst>
      <p:ext uri="{BB962C8B-B14F-4D97-AF65-F5344CB8AC3E}">
        <p14:creationId xmlns:p14="http://schemas.microsoft.com/office/powerpoint/2010/main" val="3730846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ight Grey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0823130-6D3E-4A4D-954C-435A609AA11B}"/>
              </a:ext>
            </a:extLst>
          </p:cNvPr>
          <p:cNvSpPr/>
          <p:nvPr userDrawn="1"/>
        </p:nvSpPr>
        <p:spPr>
          <a:xfrm>
            <a:off x="8380325" y="0"/>
            <a:ext cx="3811675" cy="68580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8A82B1D-1B9E-4409-8D97-6CD60D535F77}"/>
              </a:ext>
            </a:extLst>
          </p:cNvPr>
          <p:cNvSpPr>
            <a:spLocks noGrp="1"/>
          </p:cNvSpPr>
          <p:nvPr>
            <p:ph type="title" hasCustomPrompt="1"/>
          </p:nvPr>
        </p:nvSpPr>
        <p:spPr>
          <a:xfrm>
            <a:off x="457200" y="206660"/>
            <a:ext cx="7465926" cy="501710"/>
          </a:xfrm>
        </p:spPr>
        <p:txBody>
          <a:bodyPr/>
          <a:lstStyle>
            <a:lvl1pPr>
              <a:defRPr/>
            </a:lvl1pPr>
          </a:lstStyle>
          <a:p>
            <a:r>
              <a:rPr lang="en-US"/>
              <a:t>Session Title</a:t>
            </a:r>
            <a:endParaRPr lang="en-IN"/>
          </a:p>
        </p:txBody>
      </p:sp>
      <p:sp>
        <p:nvSpPr>
          <p:cNvPr id="4" name="Slide Number Placeholder 3">
            <a:extLst>
              <a:ext uri="{FF2B5EF4-FFF2-40B4-BE49-F238E27FC236}">
                <a16:creationId xmlns:a16="http://schemas.microsoft.com/office/drawing/2014/main" id="{1552871D-1340-46EE-BE1E-1813A87125BF}"/>
              </a:ext>
            </a:extLst>
          </p:cNvPr>
          <p:cNvSpPr>
            <a:spLocks noGrp="1"/>
          </p:cNvSpPr>
          <p:nvPr>
            <p:ph type="sldNum" idx="11"/>
          </p:nvPr>
        </p:nvSpPr>
        <p:spPr/>
        <p:txBody>
          <a:bodyPr/>
          <a:lstStyle/>
          <a:p>
            <a:fld id="{00000000-1234-1234-1234-123412341234}" type="slidenum">
              <a:rPr lang="en-US" smtClean="0"/>
              <a:pPr/>
              <a:t>‹#›</a:t>
            </a:fld>
            <a:endParaRPr lang="en-US"/>
          </a:p>
        </p:txBody>
      </p:sp>
      <p:sp>
        <p:nvSpPr>
          <p:cNvPr id="6" name="Content Placeholder 5">
            <a:extLst>
              <a:ext uri="{FF2B5EF4-FFF2-40B4-BE49-F238E27FC236}">
                <a16:creationId xmlns:a16="http://schemas.microsoft.com/office/drawing/2014/main" id="{86AD6ACC-6F57-4A10-B397-4E4FC657F33D}"/>
              </a:ext>
            </a:extLst>
          </p:cNvPr>
          <p:cNvSpPr>
            <a:spLocks noGrp="1"/>
          </p:cNvSpPr>
          <p:nvPr>
            <p:ph sz="quarter" idx="12" hasCustomPrompt="1"/>
          </p:nvPr>
        </p:nvSpPr>
        <p:spPr>
          <a:xfrm>
            <a:off x="457200" y="708370"/>
            <a:ext cx="7465926" cy="232410"/>
          </a:xfrm>
        </p:spPr>
        <p:txBody>
          <a:bodyPr tIns="0">
            <a:noAutofit/>
          </a:bodyPr>
          <a:lstStyle>
            <a:lvl1pPr>
              <a:defRPr sz="1600" b="1">
                <a:solidFill>
                  <a:schemeClr val="accent1"/>
                </a:solidFill>
                <a:latin typeface="Helvetica" panose="020B0604020202020204" pitchFamily="34" charset="0"/>
                <a:cs typeface="Helvetica" panose="020B0604020202020204" pitchFamily="34" charset="0"/>
              </a:defRPr>
            </a:lvl1pPr>
            <a:lvl2pPr>
              <a:buNone/>
              <a:defRPr/>
            </a:lvl2pPr>
          </a:lstStyle>
          <a:p>
            <a:pPr lvl="0"/>
            <a:r>
              <a:rPr lang="en-US"/>
              <a:t>Full day or multiday Summary</a:t>
            </a:r>
          </a:p>
        </p:txBody>
      </p:sp>
      <p:sp>
        <p:nvSpPr>
          <p:cNvPr id="9" name="Text Placeholder 8">
            <a:extLst>
              <a:ext uri="{FF2B5EF4-FFF2-40B4-BE49-F238E27FC236}">
                <a16:creationId xmlns:a16="http://schemas.microsoft.com/office/drawing/2014/main" id="{36D4812A-5F25-4FA2-A6FF-9EF398D02313}"/>
              </a:ext>
            </a:extLst>
          </p:cNvPr>
          <p:cNvSpPr>
            <a:spLocks noGrp="1"/>
          </p:cNvSpPr>
          <p:nvPr>
            <p:ph type="body" sz="quarter" idx="13" hasCustomPrompt="1"/>
          </p:nvPr>
        </p:nvSpPr>
        <p:spPr>
          <a:xfrm>
            <a:off x="8862646" y="2895159"/>
            <a:ext cx="2872153" cy="296075"/>
          </a:xfrm>
        </p:spPr>
        <p:txBody>
          <a:bodyPr anchor="ctr">
            <a:noAutofit/>
          </a:bodyPr>
          <a:lstStyle>
            <a:lvl1pPr algn="ctr">
              <a:defRPr sz="1400" b="1">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FACULTY NAME</a:t>
            </a:r>
            <a:endParaRPr lang="en-IN"/>
          </a:p>
        </p:txBody>
      </p:sp>
      <p:sp>
        <p:nvSpPr>
          <p:cNvPr id="12" name="Text Placeholder 11">
            <a:extLst>
              <a:ext uri="{FF2B5EF4-FFF2-40B4-BE49-F238E27FC236}">
                <a16:creationId xmlns:a16="http://schemas.microsoft.com/office/drawing/2014/main" id="{2F1A5E1E-1106-4943-92F4-D35487903C02}"/>
              </a:ext>
            </a:extLst>
          </p:cNvPr>
          <p:cNvSpPr>
            <a:spLocks noGrp="1"/>
          </p:cNvSpPr>
          <p:nvPr>
            <p:ph type="body" sz="quarter" idx="14" hasCustomPrompt="1"/>
          </p:nvPr>
        </p:nvSpPr>
        <p:spPr>
          <a:xfrm>
            <a:off x="457200" y="1605324"/>
            <a:ext cx="7466013" cy="2549425"/>
          </a:xfrm>
          <a:ln>
            <a:noFill/>
          </a:ln>
        </p:spPr>
        <p:txBody>
          <a:bodyPr>
            <a:noAutofit/>
          </a:bodyPr>
          <a:lstStyle>
            <a:lvl1pPr>
              <a:defRPr/>
            </a:lvl1pPr>
            <a:lvl2pPr>
              <a:defRPr/>
            </a:lvl2pPr>
          </a:lstStyle>
          <a:p>
            <a:pPr lvl="0"/>
            <a:r>
              <a:rPr lang="en-US"/>
              <a:t>Example of Summary Session</a:t>
            </a:r>
          </a:p>
        </p:txBody>
      </p:sp>
      <p:pic>
        <p:nvPicPr>
          <p:cNvPr id="13" name="Google Shape;26;p22">
            <a:extLst>
              <a:ext uri="{FF2B5EF4-FFF2-40B4-BE49-F238E27FC236}">
                <a16:creationId xmlns:a16="http://schemas.microsoft.com/office/drawing/2014/main" id="{506A1E71-776E-46E3-92A6-81B09F08DEF0}"/>
              </a:ext>
            </a:extLst>
          </p:cNvPr>
          <p:cNvPicPr preferRelativeResize="0"/>
          <p:nvPr userDrawn="1"/>
        </p:nvPicPr>
        <p:blipFill>
          <a:blip r:embed="rId2" cstate="screen">
            <a:alphaModFix/>
            <a:extLst>
              <a:ext uri="{28A0092B-C50C-407E-A947-70E740481C1C}">
                <a14:useLocalDpi xmlns:a14="http://schemas.microsoft.com/office/drawing/2010/main"/>
              </a:ext>
            </a:extLst>
          </a:blip>
          <a:stretch>
            <a:fillRect/>
          </a:stretch>
        </p:blipFill>
        <p:spPr>
          <a:xfrm>
            <a:off x="11682925" y="6314992"/>
            <a:ext cx="296550" cy="296075"/>
          </a:xfrm>
          <a:prstGeom prst="rect">
            <a:avLst/>
          </a:prstGeom>
          <a:noFill/>
          <a:ln>
            <a:noFill/>
          </a:ln>
        </p:spPr>
      </p:pic>
      <p:sp>
        <p:nvSpPr>
          <p:cNvPr id="3" name="Rectangle 2">
            <a:extLst>
              <a:ext uri="{FF2B5EF4-FFF2-40B4-BE49-F238E27FC236}">
                <a16:creationId xmlns:a16="http://schemas.microsoft.com/office/drawing/2014/main" id="{6F914F55-4E2F-D05F-7ED9-FF9FF12D79F0}"/>
              </a:ext>
            </a:extLst>
          </p:cNvPr>
          <p:cNvSpPr/>
          <p:nvPr userDrawn="1"/>
        </p:nvSpPr>
        <p:spPr>
          <a:xfrm>
            <a:off x="8380237" y="0"/>
            <a:ext cx="3811675" cy="50171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latin typeface="Calibri" panose="020F0502020204030204" pitchFamily="34" charset="0"/>
                <a:cs typeface="Calibri" panose="020F0502020204030204" pitchFamily="34" charset="0"/>
              </a:rPr>
              <a:t>FACULTY</a:t>
            </a:r>
            <a:endParaRPr lang="en-GB" sz="1600" b="1">
              <a:latin typeface="Calibri" panose="020F0502020204030204" pitchFamily="34" charset="0"/>
              <a:cs typeface="Calibri" panose="020F0502020204030204" pitchFamily="34" charset="0"/>
            </a:endParaRPr>
          </a:p>
        </p:txBody>
      </p:sp>
      <p:sp>
        <p:nvSpPr>
          <p:cNvPr id="8" name="Picture Placeholder 7">
            <a:extLst>
              <a:ext uri="{FF2B5EF4-FFF2-40B4-BE49-F238E27FC236}">
                <a16:creationId xmlns:a16="http://schemas.microsoft.com/office/drawing/2014/main" id="{456A8FA1-C840-9AF8-950B-5748E3A9A37D}"/>
              </a:ext>
            </a:extLst>
          </p:cNvPr>
          <p:cNvSpPr>
            <a:spLocks noGrp="1"/>
          </p:cNvSpPr>
          <p:nvPr>
            <p:ph type="pic" sz="quarter" idx="15"/>
          </p:nvPr>
        </p:nvSpPr>
        <p:spPr>
          <a:xfrm>
            <a:off x="9638374" y="1324238"/>
            <a:ext cx="1295400" cy="1295400"/>
          </a:xfrm>
          <a:ln w="28575">
            <a:solidFill>
              <a:schemeClr val="tx2"/>
            </a:solidFill>
          </a:ln>
        </p:spPr>
        <p:txBody>
          <a:bodyPr/>
          <a:lstStyle/>
          <a:p>
            <a:r>
              <a:rPr lang="en-US"/>
              <a:t>Click icon to add picture</a:t>
            </a:r>
            <a:endParaRPr lang="en-GB"/>
          </a:p>
        </p:txBody>
      </p:sp>
      <p:sp>
        <p:nvSpPr>
          <p:cNvPr id="11" name="Text Placeholder 10">
            <a:extLst>
              <a:ext uri="{FF2B5EF4-FFF2-40B4-BE49-F238E27FC236}">
                <a16:creationId xmlns:a16="http://schemas.microsoft.com/office/drawing/2014/main" id="{1AE3DC7F-19EA-30E2-D14E-34DC803DE2C9}"/>
              </a:ext>
            </a:extLst>
          </p:cNvPr>
          <p:cNvSpPr>
            <a:spLocks noGrp="1"/>
          </p:cNvSpPr>
          <p:nvPr>
            <p:ph type="body" sz="quarter" idx="16" hasCustomPrompt="1"/>
          </p:nvPr>
        </p:nvSpPr>
        <p:spPr>
          <a:xfrm>
            <a:off x="8863013" y="3322468"/>
            <a:ext cx="2871787" cy="1009835"/>
          </a:xfrm>
        </p:spPr>
        <p:txBody>
          <a:bodyPr/>
          <a:lstStyle>
            <a:lvl1pPr algn="ctr">
              <a:defRPr/>
            </a:lvl1pPr>
          </a:lstStyle>
          <a:p>
            <a:pPr lvl="0"/>
            <a:r>
              <a:rPr lang="en-US"/>
              <a:t>Affiliations / Expertise</a:t>
            </a:r>
          </a:p>
        </p:txBody>
      </p:sp>
      <p:sp>
        <p:nvSpPr>
          <p:cNvPr id="14" name="Arrow: Pentagon 13">
            <a:extLst>
              <a:ext uri="{FF2B5EF4-FFF2-40B4-BE49-F238E27FC236}">
                <a16:creationId xmlns:a16="http://schemas.microsoft.com/office/drawing/2014/main" id="{DE6526CC-DE37-7B37-6923-3A6BA6F4F7AE}"/>
              </a:ext>
            </a:extLst>
          </p:cNvPr>
          <p:cNvSpPr/>
          <p:nvPr userDrawn="1"/>
        </p:nvSpPr>
        <p:spPr>
          <a:xfrm>
            <a:off x="0" y="1180730"/>
            <a:ext cx="2299317" cy="346229"/>
          </a:xfrm>
          <a:prstGeom prst="homePlate">
            <a:avLst/>
          </a:prstGeom>
          <a:solidFill>
            <a:srgbClr val="0A2837"/>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r>
              <a:rPr lang="en-US" sz="1400" b="1">
                <a:solidFill>
                  <a:schemeClr val="tx2"/>
                </a:solidFill>
                <a:latin typeface="Calibri"/>
                <a:cs typeface="Calibri"/>
              </a:rPr>
              <a:t>Summary of session</a:t>
            </a:r>
            <a:endParaRPr lang="en-US" sz="1400" b="1">
              <a:solidFill>
                <a:schemeClr val="tx2"/>
              </a:solidFill>
              <a:cs typeface="Calibri"/>
            </a:endParaRPr>
          </a:p>
        </p:txBody>
      </p:sp>
      <p:sp>
        <p:nvSpPr>
          <p:cNvPr id="15" name="Arrow: Pentagon 14">
            <a:extLst>
              <a:ext uri="{FF2B5EF4-FFF2-40B4-BE49-F238E27FC236}">
                <a16:creationId xmlns:a16="http://schemas.microsoft.com/office/drawing/2014/main" id="{B37F5D39-1EC3-2027-CB27-5C65453038B8}"/>
              </a:ext>
            </a:extLst>
          </p:cNvPr>
          <p:cNvSpPr/>
          <p:nvPr userDrawn="1"/>
        </p:nvSpPr>
        <p:spPr>
          <a:xfrm>
            <a:off x="0" y="4667977"/>
            <a:ext cx="2299317" cy="346229"/>
          </a:xfrm>
          <a:prstGeom prst="homePlate">
            <a:avLst/>
          </a:prstGeom>
          <a:solidFill>
            <a:srgbClr val="0A2837"/>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r>
              <a:rPr lang="en-US" sz="1400" b="1">
                <a:solidFill>
                  <a:schemeClr val="tx2"/>
                </a:solidFill>
                <a:latin typeface="Calibri"/>
                <a:cs typeface="Calibri"/>
              </a:rPr>
              <a:t>Learning outcomes</a:t>
            </a:r>
          </a:p>
        </p:txBody>
      </p:sp>
      <p:sp>
        <p:nvSpPr>
          <p:cNvPr id="17" name="Text Placeholder 16">
            <a:extLst>
              <a:ext uri="{FF2B5EF4-FFF2-40B4-BE49-F238E27FC236}">
                <a16:creationId xmlns:a16="http://schemas.microsoft.com/office/drawing/2014/main" id="{00E6730D-7D8B-13CA-9262-48B602B2C776}"/>
              </a:ext>
            </a:extLst>
          </p:cNvPr>
          <p:cNvSpPr>
            <a:spLocks noGrp="1"/>
          </p:cNvSpPr>
          <p:nvPr>
            <p:ph type="body" sz="quarter" idx="17"/>
          </p:nvPr>
        </p:nvSpPr>
        <p:spPr>
          <a:xfrm>
            <a:off x="457200" y="5051703"/>
            <a:ext cx="7466013" cy="1272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66414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Grey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0823130-6D3E-4A4D-954C-435A609AA11B}"/>
              </a:ext>
            </a:extLst>
          </p:cNvPr>
          <p:cNvSpPr/>
          <p:nvPr userDrawn="1"/>
        </p:nvSpPr>
        <p:spPr>
          <a:xfrm>
            <a:off x="0" y="0"/>
            <a:ext cx="3811675" cy="68580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8A82B1D-1B9E-4409-8D97-6CD60D535F77}"/>
              </a:ext>
            </a:extLst>
          </p:cNvPr>
          <p:cNvSpPr>
            <a:spLocks noGrp="1"/>
          </p:cNvSpPr>
          <p:nvPr>
            <p:ph type="title" hasCustomPrompt="1"/>
          </p:nvPr>
        </p:nvSpPr>
        <p:spPr>
          <a:xfrm>
            <a:off x="457200" y="914400"/>
            <a:ext cx="2748987" cy="3458423"/>
          </a:xfrm>
        </p:spPr>
        <p:txBody>
          <a:bodyPr anchor="ctr"/>
          <a:lstStyle>
            <a:lvl1pPr>
              <a:defRPr/>
            </a:lvl1pPr>
          </a:lstStyle>
          <a:p>
            <a:r>
              <a:rPr lang="en-US"/>
              <a:t>Title</a:t>
            </a:r>
            <a:endParaRPr lang="en-IN"/>
          </a:p>
        </p:txBody>
      </p:sp>
      <p:sp>
        <p:nvSpPr>
          <p:cNvPr id="4" name="Slide Number Placeholder 3">
            <a:extLst>
              <a:ext uri="{FF2B5EF4-FFF2-40B4-BE49-F238E27FC236}">
                <a16:creationId xmlns:a16="http://schemas.microsoft.com/office/drawing/2014/main" id="{1552871D-1340-46EE-BE1E-1813A87125BF}"/>
              </a:ext>
            </a:extLst>
          </p:cNvPr>
          <p:cNvSpPr>
            <a:spLocks noGrp="1"/>
          </p:cNvSpPr>
          <p:nvPr>
            <p:ph type="sldNum" idx="11"/>
          </p:nvPr>
        </p:nvSpPr>
        <p:spPr/>
        <p:txBody>
          <a:bodyPr/>
          <a:lstStyle/>
          <a:p>
            <a:fld id="{00000000-1234-1234-1234-123412341234}" type="slidenum">
              <a:rPr lang="en-US" smtClean="0"/>
              <a:pPr/>
              <a:t>‹#›</a:t>
            </a:fld>
            <a:endParaRPr lang="en-US"/>
          </a:p>
        </p:txBody>
      </p:sp>
      <p:sp>
        <p:nvSpPr>
          <p:cNvPr id="12" name="Text Placeholder 11">
            <a:extLst>
              <a:ext uri="{FF2B5EF4-FFF2-40B4-BE49-F238E27FC236}">
                <a16:creationId xmlns:a16="http://schemas.microsoft.com/office/drawing/2014/main" id="{2F1A5E1E-1106-4943-92F4-D35487903C02}"/>
              </a:ext>
            </a:extLst>
          </p:cNvPr>
          <p:cNvSpPr>
            <a:spLocks noGrp="1"/>
          </p:cNvSpPr>
          <p:nvPr>
            <p:ph type="body" sz="quarter" idx="14"/>
          </p:nvPr>
        </p:nvSpPr>
        <p:spPr>
          <a:xfrm>
            <a:off x="4268787" y="914400"/>
            <a:ext cx="7466013" cy="5095875"/>
          </a:xfrm>
          <a:ln>
            <a:noFill/>
          </a:ln>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Rectangle 12">
            <a:extLst>
              <a:ext uri="{FF2B5EF4-FFF2-40B4-BE49-F238E27FC236}">
                <a16:creationId xmlns:a16="http://schemas.microsoft.com/office/drawing/2014/main" id="{6F9AE9B9-DE9E-4979-A083-3FE0A4D1445A}"/>
              </a:ext>
            </a:extLst>
          </p:cNvPr>
          <p:cNvSpPr/>
          <p:nvPr userDrawn="1"/>
        </p:nvSpPr>
        <p:spPr>
          <a:xfrm>
            <a:off x="0" y="0"/>
            <a:ext cx="12573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err="1"/>
          </a:p>
        </p:txBody>
      </p:sp>
    </p:spTree>
    <p:extLst>
      <p:ext uri="{BB962C8B-B14F-4D97-AF65-F5344CB8AC3E}">
        <p14:creationId xmlns:p14="http://schemas.microsoft.com/office/powerpoint/2010/main" val="3882487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9EC21D8-4AA3-1710-0ECA-100127712DA2}"/>
              </a:ext>
            </a:extLst>
          </p:cNvPr>
          <p:cNvSpPr/>
          <p:nvPr userDrawn="1"/>
        </p:nvSpPr>
        <p:spPr>
          <a:xfrm>
            <a:off x="0" y="-2434"/>
            <a:ext cx="12192000" cy="202263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0DB287CE-DC93-04E4-7532-B1613F0FF373}"/>
              </a:ext>
            </a:extLst>
          </p:cNvPr>
          <p:cNvSpPr/>
          <p:nvPr userDrawn="1"/>
        </p:nvSpPr>
        <p:spPr>
          <a:xfrm>
            <a:off x="9990538" y="0"/>
            <a:ext cx="2202924" cy="685799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5AE72FF8-6F7C-7D18-3E8C-F32DED9DEB77}"/>
              </a:ext>
            </a:extLst>
          </p:cNvPr>
          <p:cNvSpPr/>
          <p:nvPr userDrawn="1"/>
        </p:nvSpPr>
        <p:spPr>
          <a:xfrm>
            <a:off x="0" y="2349"/>
            <a:ext cx="2777924" cy="6867525"/>
          </a:xfrm>
          <a:prstGeom prst="rect">
            <a:avLst/>
          </a:prstGeom>
          <a:solidFill>
            <a:srgbClr val="0A28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IN"/>
          </a:p>
        </p:txBody>
      </p:sp>
      <p:sp>
        <p:nvSpPr>
          <p:cNvPr id="30" name="Rectangle 22">
            <a:extLst>
              <a:ext uri="{FF2B5EF4-FFF2-40B4-BE49-F238E27FC236}">
                <a16:creationId xmlns:a16="http://schemas.microsoft.com/office/drawing/2014/main" id="{92B4D022-E24B-8461-2867-7225D318192E}"/>
              </a:ext>
            </a:extLst>
          </p:cNvPr>
          <p:cNvSpPr/>
          <p:nvPr userDrawn="1"/>
        </p:nvSpPr>
        <p:spPr>
          <a:xfrm>
            <a:off x="0" y="-21400"/>
            <a:ext cx="2777924" cy="6867524"/>
          </a:xfrm>
          <a:custGeom>
            <a:avLst/>
            <a:gdLst>
              <a:gd name="connsiteX0" fmla="*/ 0 w 2777924"/>
              <a:gd name="connsiteY0" fmla="*/ 0 h 6857999"/>
              <a:gd name="connsiteX1" fmla="*/ 2777924 w 2777924"/>
              <a:gd name="connsiteY1" fmla="*/ 0 h 6857999"/>
              <a:gd name="connsiteX2" fmla="*/ 2777924 w 2777924"/>
              <a:gd name="connsiteY2" fmla="*/ 6857999 h 6857999"/>
              <a:gd name="connsiteX3" fmla="*/ 0 w 2777924"/>
              <a:gd name="connsiteY3" fmla="*/ 6857999 h 6857999"/>
              <a:gd name="connsiteX4" fmla="*/ 0 w 2777924"/>
              <a:gd name="connsiteY4" fmla="*/ 0 h 6857999"/>
              <a:gd name="connsiteX0" fmla="*/ 0 w 2777924"/>
              <a:gd name="connsiteY0" fmla="*/ 9525 h 6867524"/>
              <a:gd name="connsiteX1" fmla="*/ 1111049 w 2777924"/>
              <a:gd name="connsiteY1" fmla="*/ 0 h 6867524"/>
              <a:gd name="connsiteX2" fmla="*/ 2777924 w 2777924"/>
              <a:gd name="connsiteY2" fmla="*/ 6867524 h 6867524"/>
              <a:gd name="connsiteX3" fmla="*/ 0 w 2777924"/>
              <a:gd name="connsiteY3" fmla="*/ 6867524 h 6867524"/>
              <a:gd name="connsiteX4" fmla="*/ 0 w 2777924"/>
              <a:gd name="connsiteY4" fmla="*/ 9525 h 6867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924" h="6867524">
                <a:moveTo>
                  <a:pt x="0" y="9525"/>
                </a:moveTo>
                <a:lnTo>
                  <a:pt x="1111049" y="0"/>
                </a:lnTo>
                <a:lnTo>
                  <a:pt x="2777924" y="6867524"/>
                </a:lnTo>
                <a:lnTo>
                  <a:pt x="0" y="6867524"/>
                </a:lnTo>
                <a:lnTo>
                  <a:pt x="0" y="9525"/>
                </a:lnTo>
                <a:close/>
              </a:path>
            </a:pathLst>
          </a:custGeom>
          <a:solidFill>
            <a:schemeClr val="accent2">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23">
            <a:extLst>
              <a:ext uri="{FF2B5EF4-FFF2-40B4-BE49-F238E27FC236}">
                <a16:creationId xmlns:a16="http://schemas.microsoft.com/office/drawing/2014/main" id="{66FC2092-2451-4334-3DB4-43A0ECE286C3}"/>
              </a:ext>
            </a:extLst>
          </p:cNvPr>
          <p:cNvSpPr/>
          <p:nvPr userDrawn="1"/>
        </p:nvSpPr>
        <p:spPr>
          <a:xfrm>
            <a:off x="0" y="1824415"/>
            <a:ext cx="2777924" cy="5076601"/>
          </a:xfrm>
          <a:custGeom>
            <a:avLst/>
            <a:gdLst>
              <a:gd name="connsiteX0" fmla="*/ 0 w 2777924"/>
              <a:gd name="connsiteY0" fmla="*/ 0 h 6857999"/>
              <a:gd name="connsiteX1" fmla="*/ 2777924 w 2777924"/>
              <a:gd name="connsiteY1" fmla="*/ 0 h 6857999"/>
              <a:gd name="connsiteX2" fmla="*/ 2777924 w 2777924"/>
              <a:gd name="connsiteY2" fmla="*/ 6857999 h 6857999"/>
              <a:gd name="connsiteX3" fmla="*/ 0 w 2777924"/>
              <a:gd name="connsiteY3" fmla="*/ 6857999 h 6857999"/>
              <a:gd name="connsiteX4" fmla="*/ 0 w 2777924"/>
              <a:gd name="connsiteY4" fmla="*/ 0 h 6857999"/>
              <a:gd name="connsiteX0" fmla="*/ 0 w 2777924"/>
              <a:gd name="connsiteY0" fmla="*/ 0 h 6857999"/>
              <a:gd name="connsiteX1" fmla="*/ 2777924 w 2777924"/>
              <a:gd name="connsiteY1" fmla="*/ 6857999 h 6857999"/>
              <a:gd name="connsiteX2" fmla="*/ 0 w 2777924"/>
              <a:gd name="connsiteY2" fmla="*/ 6857999 h 6857999"/>
              <a:gd name="connsiteX3" fmla="*/ 0 w 2777924"/>
              <a:gd name="connsiteY3" fmla="*/ 0 h 6857999"/>
            </a:gdLst>
            <a:ahLst/>
            <a:cxnLst>
              <a:cxn ang="0">
                <a:pos x="connsiteX0" y="connsiteY0"/>
              </a:cxn>
              <a:cxn ang="0">
                <a:pos x="connsiteX1" y="connsiteY1"/>
              </a:cxn>
              <a:cxn ang="0">
                <a:pos x="connsiteX2" y="connsiteY2"/>
              </a:cxn>
              <a:cxn ang="0">
                <a:pos x="connsiteX3" y="connsiteY3"/>
              </a:cxn>
            </a:cxnLst>
            <a:rect l="l" t="t" r="r" b="b"/>
            <a:pathLst>
              <a:path w="2777924" h="6857999">
                <a:moveTo>
                  <a:pt x="0" y="0"/>
                </a:moveTo>
                <a:lnTo>
                  <a:pt x="2777924" y="6857999"/>
                </a:lnTo>
                <a:lnTo>
                  <a:pt x="0" y="6857999"/>
                </a:lnTo>
                <a:lnTo>
                  <a:pt x="0" y="0"/>
                </a:lnTo>
                <a:close/>
              </a:path>
            </a:pathLst>
          </a:custGeom>
          <a:solidFill>
            <a:schemeClr val="accent2">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Picture Placeholder 7">
            <a:extLst>
              <a:ext uri="{FF2B5EF4-FFF2-40B4-BE49-F238E27FC236}">
                <a16:creationId xmlns:a16="http://schemas.microsoft.com/office/drawing/2014/main" id="{44DE7D31-7AB1-3E01-D29F-3CF8DE0E479D}"/>
              </a:ext>
            </a:extLst>
          </p:cNvPr>
          <p:cNvSpPr>
            <a:spLocks noGrp="1"/>
          </p:cNvSpPr>
          <p:nvPr>
            <p:ph type="pic" sz="quarter" idx="11" hasCustomPrompt="1"/>
          </p:nvPr>
        </p:nvSpPr>
        <p:spPr>
          <a:xfrm>
            <a:off x="346075" y="201632"/>
            <a:ext cx="2008505" cy="1754187"/>
          </a:xfrm>
          <a:ln w="38100">
            <a:solidFill>
              <a:schemeClr val="tx2"/>
            </a:solidFill>
          </a:ln>
        </p:spPr>
        <p:txBody>
          <a:bodyPr/>
          <a:lstStyle>
            <a:lvl1pPr>
              <a:defRPr>
                <a:solidFill>
                  <a:schemeClr val="tx2"/>
                </a:solidFill>
              </a:defRPr>
            </a:lvl1pPr>
          </a:lstStyle>
          <a:p>
            <a:r>
              <a:rPr lang="en-IN"/>
              <a:t>Click icon to insert picture</a:t>
            </a:r>
          </a:p>
        </p:txBody>
      </p:sp>
      <p:sp>
        <p:nvSpPr>
          <p:cNvPr id="12" name="Text Placeholder 11">
            <a:extLst>
              <a:ext uri="{FF2B5EF4-FFF2-40B4-BE49-F238E27FC236}">
                <a16:creationId xmlns:a16="http://schemas.microsoft.com/office/drawing/2014/main" id="{EAB77622-C288-E7F2-57A7-450C705DF9AA}"/>
              </a:ext>
            </a:extLst>
          </p:cNvPr>
          <p:cNvSpPr>
            <a:spLocks noGrp="1"/>
          </p:cNvSpPr>
          <p:nvPr>
            <p:ph type="body" sz="quarter" idx="13" hasCustomPrompt="1"/>
          </p:nvPr>
        </p:nvSpPr>
        <p:spPr>
          <a:xfrm>
            <a:off x="328610" y="2618014"/>
            <a:ext cx="2449314" cy="521426"/>
          </a:xfrm>
        </p:spPr>
        <p:txBody>
          <a:bodyPr/>
          <a:lstStyle>
            <a:lvl1pPr marL="0" indent="0">
              <a:buClr>
                <a:schemeClr val="accent1"/>
              </a:buClr>
              <a:buFont typeface="Arial" panose="020B0604020202020204" pitchFamily="34" charset="0"/>
              <a:buNone/>
              <a:defRPr sz="1100" b="0">
                <a:solidFill>
                  <a:schemeClr val="tx2"/>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XXXX</a:t>
            </a:r>
          </a:p>
          <a:p>
            <a:pPr lvl="0"/>
            <a:r>
              <a:rPr lang="en-US" dirty="0"/>
              <a:t>XXXX</a:t>
            </a:r>
          </a:p>
          <a:p>
            <a:pPr lvl="0"/>
            <a:r>
              <a:rPr lang="en-US" dirty="0"/>
              <a:t>XXXX</a:t>
            </a:r>
          </a:p>
        </p:txBody>
      </p:sp>
      <p:sp>
        <p:nvSpPr>
          <p:cNvPr id="14" name="Text Placeholder 11">
            <a:extLst>
              <a:ext uri="{FF2B5EF4-FFF2-40B4-BE49-F238E27FC236}">
                <a16:creationId xmlns:a16="http://schemas.microsoft.com/office/drawing/2014/main" id="{885ADCEF-7201-2113-31B3-0E750CD60C7D}"/>
              </a:ext>
            </a:extLst>
          </p:cNvPr>
          <p:cNvSpPr>
            <a:spLocks noGrp="1"/>
          </p:cNvSpPr>
          <p:nvPr>
            <p:ph type="body" sz="quarter" idx="15" hasCustomPrompt="1"/>
          </p:nvPr>
        </p:nvSpPr>
        <p:spPr>
          <a:xfrm>
            <a:off x="294179" y="5075157"/>
            <a:ext cx="2449314" cy="1177393"/>
          </a:xfrm>
        </p:spPr>
        <p:txBody>
          <a:bodyPr/>
          <a:lstStyle>
            <a:lvl1pPr marL="91440" indent="-91440">
              <a:spcAft>
                <a:spcPts val="200"/>
              </a:spcAft>
              <a:buClr>
                <a:schemeClr val="accent1"/>
              </a:buClr>
              <a:buFont typeface="Arial" panose="020B0604020202020204" pitchFamily="34" charset="0"/>
              <a:buChar char="•"/>
              <a:defRPr sz="1100">
                <a:solidFill>
                  <a:schemeClr val="tx2"/>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XXXX</a:t>
            </a:r>
            <a:endParaRPr lang="en-IN" dirty="0"/>
          </a:p>
        </p:txBody>
      </p:sp>
      <p:pic>
        <p:nvPicPr>
          <p:cNvPr id="15" name="Graphic 14" descr="Marker with solid fill">
            <a:extLst>
              <a:ext uri="{FF2B5EF4-FFF2-40B4-BE49-F238E27FC236}">
                <a16:creationId xmlns:a16="http://schemas.microsoft.com/office/drawing/2014/main" id="{E734B83B-019A-91F6-C03D-37DF626DBCF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4097" y="6299112"/>
            <a:ext cx="415771" cy="415771"/>
          </a:xfrm>
          <a:prstGeom prst="rect">
            <a:avLst/>
          </a:prstGeom>
        </p:spPr>
      </p:pic>
      <p:sp>
        <p:nvSpPr>
          <p:cNvPr id="16" name="Text Placeholder 11">
            <a:extLst>
              <a:ext uri="{FF2B5EF4-FFF2-40B4-BE49-F238E27FC236}">
                <a16:creationId xmlns:a16="http://schemas.microsoft.com/office/drawing/2014/main" id="{2D188CBD-52D6-FCE2-0FA2-64B134F6736D}"/>
              </a:ext>
            </a:extLst>
          </p:cNvPr>
          <p:cNvSpPr>
            <a:spLocks noGrp="1"/>
          </p:cNvSpPr>
          <p:nvPr>
            <p:ph type="body" sz="quarter" idx="16" hasCustomPrompt="1"/>
          </p:nvPr>
        </p:nvSpPr>
        <p:spPr>
          <a:xfrm>
            <a:off x="639868" y="6408897"/>
            <a:ext cx="2110952" cy="184500"/>
          </a:xfrm>
        </p:spPr>
        <p:txBody>
          <a:bodyPr anchor="ctr"/>
          <a:lstStyle>
            <a:lvl1pPr>
              <a:defRPr sz="1100">
                <a:solidFill>
                  <a:schemeClr val="tx2"/>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Location</a:t>
            </a:r>
            <a:endParaRPr lang="en-IN"/>
          </a:p>
        </p:txBody>
      </p:sp>
      <p:sp>
        <p:nvSpPr>
          <p:cNvPr id="18" name="Text Placeholder 17">
            <a:extLst>
              <a:ext uri="{FF2B5EF4-FFF2-40B4-BE49-F238E27FC236}">
                <a16:creationId xmlns:a16="http://schemas.microsoft.com/office/drawing/2014/main" id="{C2C95321-7C86-2146-ADAC-1A5CBEA5A533}"/>
              </a:ext>
            </a:extLst>
          </p:cNvPr>
          <p:cNvSpPr>
            <a:spLocks noGrp="1"/>
          </p:cNvSpPr>
          <p:nvPr>
            <p:ph type="body" sz="quarter" idx="17" hasCustomPrompt="1"/>
          </p:nvPr>
        </p:nvSpPr>
        <p:spPr>
          <a:xfrm>
            <a:off x="3038274" y="403285"/>
            <a:ext cx="5387541" cy="429260"/>
          </a:xfrm>
        </p:spPr>
        <p:txBody>
          <a:bodyPr anchor="ctr"/>
          <a:lstStyle>
            <a:lvl1pPr>
              <a:defRPr sz="3200" b="1">
                <a:solidFill>
                  <a:schemeClr val="accent1"/>
                </a:solidFill>
              </a:defRPr>
            </a:lvl1pPr>
          </a:lstStyle>
          <a:p>
            <a:pPr lvl="0"/>
            <a:r>
              <a:rPr lang="en-US" dirty="0"/>
              <a:t>Name</a:t>
            </a:r>
            <a:endParaRPr lang="en-IN" dirty="0"/>
          </a:p>
        </p:txBody>
      </p:sp>
      <p:sp>
        <p:nvSpPr>
          <p:cNvPr id="20" name="Text Placeholder 19">
            <a:extLst>
              <a:ext uri="{FF2B5EF4-FFF2-40B4-BE49-F238E27FC236}">
                <a16:creationId xmlns:a16="http://schemas.microsoft.com/office/drawing/2014/main" id="{34B4C7A0-FB0E-4F3F-4ECD-12676FBCB2AD}"/>
              </a:ext>
            </a:extLst>
          </p:cNvPr>
          <p:cNvSpPr>
            <a:spLocks noGrp="1"/>
          </p:cNvSpPr>
          <p:nvPr>
            <p:ph type="body" sz="quarter" idx="18" hasCustomPrompt="1"/>
          </p:nvPr>
        </p:nvSpPr>
        <p:spPr>
          <a:xfrm>
            <a:off x="3038475" y="996375"/>
            <a:ext cx="6902976" cy="991235"/>
          </a:xfrm>
        </p:spPr>
        <p:txBody>
          <a:bodyPr/>
          <a:lstStyle>
            <a:lvl1pPr marL="118872" indent="-118872">
              <a:spcBef>
                <a:spcPts val="400"/>
              </a:spcBef>
              <a:buFont typeface="Arial" panose="020B0604020202020204" pitchFamily="34" charset="0"/>
              <a:buChar char="•"/>
              <a:defRPr sz="1200" b="1">
                <a:solidFill>
                  <a:srgbClr val="0A2837"/>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Current Position</a:t>
            </a:r>
            <a:endParaRPr lang="en-IN" dirty="0"/>
          </a:p>
        </p:txBody>
      </p:sp>
      <p:sp>
        <p:nvSpPr>
          <p:cNvPr id="25" name="Text Placeholder 24">
            <a:extLst>
              <a:ext uri="{FF2B5EF4-FFF2-40B4-BE49-F238E27FC236}">
                <a16:creationId xmlns:a16="http://schemas.microsoft.com/office/drawing/2014/main" id="{00234D4C-1E45-DA8D-F975-CB8F3C735D92}"/>
              </a:ext>
            </a:extLst>
          </p:cNvPr>
          <p:cNvSpPr>
            <a:spLocks noGrp="1"/>
          </p:cNvSpPr>
          <p:nvPr>
            <p:ph type="body" sz="quarter" idx="21" hasCustomPrompt="1"/>
          </p:nvPr>
        </p:nvSpPr>
        <p:spPr>
          <a:xfrm>
            <a:off x="3038475" y="2151439"/>
            <a:ext cx="6781799" cy="4220213"/>
          </a:xfrm>
        </p:spPr>
        <p:txBody>
          <a:bodyPr/>
          <a:lstStyle>
            <a:lvl1pPr marL="118872" indent="-118872">
              <a:spcBef>
                <a:spcPts val="300"/>
              </a:spcBef>
              <a:buClr>
                <a:schemeClr val="accent1"/>
              </a:buClr>
              <a:buSzPct val="110000"/>
              <a:buFont typeface="Arial" panose="020B0604020202020204" pitchFamily="34" charset="0"/>
              <a:buChar char="•"/>
              <a:defRPr sz="1100">
                <a:latin typeface="Calibri" panose="020F0502020204030204" pitchFamily="34" charset="0"/>
                <a:ea typeface="Calibri" panose="020F0502020204030204" pitchFamily="34" charset="0"/>
                <a:cs typeface="Calibri" panose="020F0502020204030204" pitchFamily="34" charset="0"/>
              </a:defRPr>
            </a:lvl1pPr>
            <a:lvl2pPr marL="171450" indent="-171450">
              <a:buFont typeface="Arial" panose="020B0604020202020204" pitchFamily="34" charset="0"/>
              <a:buChar char="•"/>
              <a:defRPr sz="1000">
                <a:latin typeface="Calibri Light" panose="020F0302020204030204" pitchFamily="34" charset="0"/>
                <a:cs typeface="Calibri Light" panose="020F0302020204030204" pitchFamily="34" charset="0"/>
              </a:defRPr>
            </a:lvl2pPr>
            <a:lvl3pPr marL="365760" indent="-171450">
              <a:buFont typeface="Arial" panose="020B0604020202020204" pitchFamily="34" charset="0"/>
              <a:buChar char="•"/>
              <a:defRPr sz="1000">
                <a:latin typeface="Calibri Light" panose="020F0302020204030204" pitchFamily="34" charset="0"/>
                <a:cs typeface="Calibri Light" panose="020F0302020204030204" pitchFamily="34" charset="0"/>
              </a:defRPr>
            </a:lvl3pPr>
            <a:lvl4pPr marL="171450" indent="-171450">
              <a:buFont typeface="Arial" panose="020B0604020202020204" pitchFamily="34" charset="0"/>
              <a:buChar char="•"/>
              <a:defRPr sz="1000">
                <a:latin typeface="Calibri Light" panose="020F0302020204030204" pitchFamily="34" charset="0"/>
                <a:cs typeface="Calibri Light" panose="020F0302020204030204" pitchFamily="34" charset="0"/>
              </a:defRPr>
            </a:lvl4pPr>
            <a:lvl5pPr marL="171450" indent="-171450">
              <a:buFont typeface="Arial" panose="020B0604020202020204" pitchFamily="34" charset="0"/>
              <a:buChar char="•"/>
              <a:defRPr sz="1000">
                <a:latin typeface="Calibri Light" panose="020F0302020204030204" pitchFamily="34" charset="0"/>
                <a:cs typeface="Calibri Light" panose="020F0302020204030204" pitchFamily="34" charset="0"/>
              </a:defRPr>
            </a:lvl5pPr>
          </a:lstStyle>
          <a:p>
            <a:pPr lvl="0"/>
            <a:r>
              <a:rPr lang="en-US" dirty="0"/>
              <a:t>Experience</a:t>
            </a:r>
            <a:endParaRPr lang="en-IN" dirty="0"/>
          </a:p>
        </p:txBody>
      </p:sp>
      <p:sp>
        <p:nvSpPr>
          <p:cNvPr id="27" name="TextBox 26">
            <a:extLst>
              <a:ext uri="{FF2B5EF4-FFF2-40B4-BE49-F238E27FC236}">
                <a16:creationId xmlns:a16="http://schemas.microsoft.com/office/drawing/2014/main" id="{E79B7C3B-022A-3705-5A54-74BC5D1110FA}"/>
              </a:ext>
            </a:extLst>
          </p:cNvPr>
          <p:cNvSpPr txBox="1"/>
          <p:nvPr userDrawn="1"/>
        </p:nvSpPr>
        <p:spPr>
          <a:xfrm>
            <a:off x="328609" y="4858188"/>
            <a:ext cx="603691" cy="184150"/>
          </a:xfrm>
          <a:prstGeom prst="rect">
            <a:avLst/>
          </a:prstGeom>
          <a:noFill/>
        </p:spPr>
        <p:txBody>
          <a:bodyPr wrap="none" lIns="0" rtlCol="0" anchor="ctr">
            <a:noAutofit/>
          </a:bodyPr>
          <a:lstStyle/>
          <a:p>
            <a:r>
              <a:rPr lang="en-IN" sz="1200" b="1" dirty="0">
                <a:solidFill>
                  <a:schemeClr val="accent1"/>
                </a:solidFill>
                <a:latin typeface="Calibri" panose="020F0502020204030204" pitchFamily="34" charset="0"/>
                <a:ea typeface="Calibri" panose="020F0502020204030204" pitchFamily="34" charset="0"/>
                <a:cs typeface="Calibri" panose="020F0502020204030204" pitchFamily="34" charset="0"/>
              </a:rPr>
              <a:t>Education:</a:t>
            </a:r>
          </a:p>
        </p:txBody>
      </p:sp>
      <p:pic>
        <p:nvPicPr>
          <p:cNvPr id="29" name="Google Shape;26;p22">
            <a:extLst>
              <a:ext uri="{FF2B5EF4-FFF2-40B4-BE49-F238E27FC236}">
                <a16:creationId xmlns:a16="http://schemas.microsoft.com/office/drawing/2014/main" id="{22E5DE97-506F-608F-FA65-E0B97D60CD9F}"/>
              </a:ext>
            </a:extLst>
          </p:cNvPr>
          <p:cNvPicPr preferRelativeResize="0"/>
          <p:nvPr userDrawn="1"/>
        </p:nvPicPr>
        <p:blipFill>
          <a:blip r:embed="rId3" cstate="screen">
            <a:alphaModFix/>
            <a:extLst>
              <a:ext uri="{28A0092B-C50C-407E-A947-70E740481C1C}">
                <a14:useLocalDpi xmlns:a14="http://schemas.microsoft.com/office/drawing/2010/main"/>
              </a:ext>
            </a:extLst>
          </a:blip>
          <a:stretch>
            <a:fillRect/>
          </a:stretch>
        </p:blipFill>
        <p:spPr>
          <a:xfrm>
            <a:off x="11682925" y="6314992"/>
            <a:ext cx="296550" cy="296075"/>
          </a:xfrm>
          <a:prstGeom prst="rect">
            <a:avLst/>
          </a:prstGeom>
          <a:noFill/>
          <a:ln>
            <a:noFill/>
          </a:ln>
        </p:spPr>
      </p:pic>
      <p:sp>
        <p:nvSpPr>
          <p:cNvPr id="2" name="TextBox 1">
            <a:extLst>
              <a:ext uri="{FF2B5EF4-FFF2-40B4-BE49-F238E27FC236}">
                <a16:creationId xmlns:a16="http://schemas.microsoft.com/office/drawing/2014/main" id="{849B1812-E08D-5A12-2F3C-D62D0ECD969C}"/>
              </a:ext>
            </a:extLst>
          </p:cNvPr>
          <p:cNvSpPr txBox="1"/>
          <p:nvPr userDrawn="1"/>
        </p:nvSpPr>
        <p:spPr>
          <a:xfrm>
            <a:off x="10781306" y="2489508"/>
            <a:ext cx="603691" cy="184150"/>
          </a:xfrm>
          <a:prstGeom prst="rect">
            <a:avLst/>
          </a:prstGeom>
          <a:noFill/>
        </p:spPr>
        <p:txBody>
          <a:bodyPr wrap="none" lIns="0" rtlCol="0" anchor="ctr">
            <a:noAutofit/>
          </a:bodyPr>
          <a:lstStyle/>
          <a:p>
            <a:pPr algn="ctr"/>
            <a:r>
              <a:rPr lang="en-I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Videos</a:t>
            </a:r>
          </a:p>
        </p:txBody>
      </p:sp>
      <p:sp>
        <p:nvSpPr>
          <p:cNvPr id="3" name="Rectangle 2">
            <a:extLst>
              <a:ext uri="{FF2B5EF4-FFF2-40B4-BE49-F238E27FC236}">
                <a16:creationId xmlns:a16="http://schemas.microsoft.com/office/drawing/2014/main" id="{07C54A35-F94D-6567-B218-93C162BE9A64}"/>
              </a:ext>
            </a:extLst>
          </p:cNvPr>
          <p:cNvSpPr/>
          <p:nvPr userDrawn="1"/>
        </p:nvSpPr>
        <p:spPr>
          <a:xfrm>
            <a:off x="0" y="2129982"/>
            <a:ext cx="2777924" cy="25097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35AD8D62-3335-BAC7-E0CF-D62AC819CA43}"/>
              </a:ext>
            </a:extLst>
          </p:cNvPr>
          <p:cNvSpPr txBox="1"/>
          <p:nvPr userDrawn="1"/>
        </p:nvSpPr>
        <p:spPr>
          <a:xfrm>
            <a:off x="328610" y="2154889"/>
            <a:ext cx="603691" cy="184150"/>
          </a:xfrm>
          <a:prstGeom prst="rect">
            <a:avLst/>
          </a:prstGeom>
          <a:noFill/>
        </p:spPr>
        <p:txBody>
          <a:bodyPr wrap="none" lIns="0" rtlCol="0" anchor="ctr">
            <a:noAutofit/>
          </a:bodyPr>
          <a:lstStyle/>
          <a:p>
            <a:r>
              <a:rPr lang="en-IN" sz="1200" b="1" dirty="0">
                <a:solidFill>
                  <a:schemeClr val="bg1"/>
                </a:solidFill>
                <a:latin typeface="Calibri" panose="020F0502020204030204" pitchFamily="34" charset="0"/>
                <a:ea typeface="Calibri" panose="020F0502020204030204" pitchFamily="34" charset="0"/>
                <a:cs typeface="Calibri" panose="020F0502020204030204" pitchFamily="34" charset="0"/>
              </a:rPr>
              <a:t>Expertise</a:t>
            </a:r>
          </a:p>
        </p:txBody>
      </p:sp>
      <p:sp>
        <p:nvSpPr>
          <p:cNvPr id="7" name="TextBox 6">
            <a:extLst>
              <a:ext uri="{FF2B5EF4-FFF2-40B4-BE49-F238E27FC236}">
                <a16:creationId xmlns:a16="http://schemas.microsoft.com/office/drawing/2014/main" id="{E67E22F7-165C-7FC4-48C0-2C5A8A1D79F6}"/>
              </a:ext>
            </a:extLst>
          </p:cNvPr>
          <p:cNvSpPr txBox="1"/>
          <p:nvPr userDrawn="1"/>
        </p:nvSpPr>
        <p:spPr>
          <a:xfrm>
            <a:off x="328610" y="2427877"/>
            <a:ext cx="1023940" cy="184150"/>
          </a:xfrm>
          <a:prstGeom prst="rect">
            <a:avLst/>
          </a:prstGeom>
          <a:noFill/>
        </p:spPr>
        <p:txBody>
          <a:bodyPr wrap="none" lIns="0" rtlCol="0" anchor="ctr">
            <a:noAutofit/>
          </a:bodyPr>
          <a:lstStyle/>
          <a:p>
            <a:r>
              <a:rPr lang="en-IN" sz="1200" b="1" dirty="0">
                <a:solidFill>
                  <a:srgbClr val="00B050"/>
                </a:solidFill>
                <a:latin typeface="Calibri" panose="020F0502020204030204" pitchFamily="34" charset="0"/>
                <a:ea typeface="Calibri" panose="020F0502020204030204" pitchFamily="34" charset="0"/>
                <a:cs typeface="Calibri" panose="020F0502020204030204" pitchFamily="34" charset="0"/>
              </a:rPr>
              <a:t>Core Topics:</a:t>
            </a:r>
          </a:p>
        </p:txBody>
      </p:sp>
      <p:sp>
        <p:nvSpPr>
          <p:cNvPr id="10" name="TextBox 9">
            <a:extLst>
              <a:ext uri="{FF2B5EF4-FFF2-40B4-BE49-F238E27FC236}">
                <a16:creationId xmlns:a16="http://schemas.microsoft.com/office/drawing/2014/main" id="{E5075DB5-0E19-AA11-D2B2-88081BA62822}"/>
              </a:ext>
            </a:extLst>
          </p:cNvPr>
          <p:cNvSpPr txBox="1"/>
          <p:nvPr userDrawn="1"/>
        </p:nvSpPr>
        <p:spPr>
          <a:xfrm>
            <a:off x="328610" y="3282987"/>
            <a:ext cx="1023940" cy="184150"/>
          </a:xfrm>
          <a:prstGeom prst="rect">
            <a:avLst/>
          </a:prstGeom>
          <a:noFill/>
        </p:spPr>
        <p:txBody>
          <a:bodyPr wrap="none" lIns="0" rtlCol="0" anchor="ctr">
            <a:noAutofit/>
          </a:bodyPr>
          <a:lstStyle/>
          <a:p>
            <a:r>
              <a:rPr lang="en-IN" sz="1200" b="1" dirty="0">
                <a:solidFill>
                  <a:schemeClr val="accent1"/>
                </a:solidFill>
                <a:latin typeface="Calibri" panose="020F0502020204030204" pitchFamily="34" charset="0"/>
                <a:ea typeface="Calibri" panose="020F0502020204030204" pitchFamily="34" charset="0"/>
                <a:cs typeface="Calibri" panose="020F0502020204030204" pitchFamily="34" charset="0"/>
              </a:rPr>
              <a:t>Sub Topics: </a:t>
            </a:r>
            <a:endParaRPr lang="en-IN" sz="1000" b="1" dirty="0">
              <a:solidFill>
                <a:schemeClr val="accent1"/>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19" name="Text Placeholder 18">
            <a:extLst>
              <a:ext uri="{FF2B5EF4-FFF2-40B4-BE49-F238E27FC236}">
                <a16:creationId xmlns:a16="http://schemas.microsoft.com/office/drawing/2014/main" id="{60098AD0-77B2-3D17-904D-C5F69D6E21BA}"/>
              </a:ext>
            </a:extLst>
          </p:cNvPr>
          <p:cNvSpPr>
            <a:spLocks noGrp="1"/>
          </p:cNvSpPr>
          <p:nvPr>
            <p:ph type="body" sz="quarter" idx="22" hasCustomPrompt="1"/>
          </p:nvPr>
        </p:nvSpPr>
        <p:spPr>
          <a:xfrm>
            <a:off x="328610" y="3494614"/>
            <a:ext cx="2449311" cy="914400"/>
          </a:xfrm>
        </p:spPr>
        <p:txBody>
          <a:bodyPr/>
          <a:lstStyle>
            <a:lvl1pPr marL="0" indent="0">
              <a:buClr>
                <a:schemeClr val="accent1"/>
              </a:buClr>
              <a:buFont typeface="Arial" panose="020B0604020202020204" pitchFamily="34" charset="0"/>
              <a:buNone/>
              <a:defRPr sz="1100">
                <a:solidFill>
                  <a:schemeClr val="bg1"/>
                </a:solidFill>
              </a:defRPr>
            </a:lvl1pPr>
            <a:lvl2pPr marL="0" indent="0">
              <a:buClr>
                <a:schemeClr val="accent1"/>
              </a:buClr>
              <a:buFont typeface="Arial" panose="020B0604020202020204" pitchFamily="34" charset="0"/>
              <a:buNone/>
              <a:defRPr>
                <a:solidFill>
                  <a:schemeClr val="bg1"/>
                </a:solidFill>
              </a:defRPr>
            </a:lvl2pPr>
            <a:lvl3pPr marL="365760" indent="-171450">
              <a:buClr>
                <a:schemeClr val="accent1"/>
              </a:buClr>
              <a:buFont typeface="Arial" panose="020B0604020202020204" pitchFamily="34" charset="0"/>
              <a:buChar char="•"/>
              <a:defRPr>
                <a:solidFill>
                  <a:schemeClr val="bg1"/>
                </a:solidFill>
              </a:defRPr>
            </a:lvl3pPr>
            <a:lvl4pPr marL="171450" indent="-171450">
              <a:buClr>
                <a:schemeClr val="accent1"/>
              </a:buClr>
              <a:buFont typeface="Arial" panose="020B0604020202020204" pitchFamily="34" charset="0"/>
              <a:buChar char="•"/>
              <a:defRPr>
                <a:solidFill>
                  <a:schemeClr val="bg1"/>
                </a:solidFill>
              </a:defRPr>
            </a:lvl4pPr>
            <a:lvl5pPr marL="171450" indent="-171450">
              <a:buClr>
                <a:schemeClr val="accent1"/>
              </a:buClr>
              <a:buFont typeface="Arial" panose="020B0604020202020204" pitchFamily="34" charset="0"/>
              <a:buChar char="•"/>
              <a:defRPr>
                <a:solidFill>
                  <a:schemeClr val="bg1"/>
                </a:solidFill>
              </a:defRPr>
            </a:lvl5pPr>
          </a:lstStyle>
          <a:p>
            <a:pPr lvl="0"/>
            <a:r>
              <a:rPr lang="en-US" dirty="0"/>
              <a:t>XXXX</a:t>
            </a:r>
          </a:p>
        </p:txBody>
      </p:sp>
    </p:spTree>
    <p:extLst>
      <p:ext uri="{BB962C8B-B14F-4D97-AF65-F5344CB8AC3E}">
        <p14:creationId xmlns:p14="http://schemas.microsoft.com/office/powerpoint/2010/main" val="3014858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9" name="Google Shape;19;p20"/>
          <p:cNvSpPr txBox="1">
            <a:spLocks noGrp="1"/>
          </p:cNvSpPr>
          <p:nvPr>
            <p:ph type="sldNum" idx="12"/>
          </p:nvPr>
        </p:nvSpPr>
        <p:spPr>
          <a:xfrm>
            <a:off x="457200" y="6466840"/>
            <a:ext cx="365700" cy="184500"/>
          </a:xfrm>
          <a:prstGeom prst="rect">
            <a:avLst/>
          </a:prstGeom>
          <a:noFill/>
          <a:ln>
            <a:noFill/>
          </a:ln>
        </p:spPr>
        <p:txBody>
          <a:bodyPr spcFirstLastPara="1" wrap="square" lIns="0" tIns="0" rIns="0" bIns="0" anchor="ctr" anchorCtr="0">
            <a:noAutofit/>
          </a:bodyPr>
          <a:lstStyle>
            <a:lvl1pPr marL="0" marR="0" lvl="0" indent="0" algn="l">
              <a:spcBef>
                <a:spcPts val="0"/>
              </a:spcBef>
              <a:buNone/>
              <a:defRPr sz="900" b="0" i="0" u="none" strike="noStrike" cap="none">
                <a:solidFill>
                  <a:schemeClr val="accent3"/>
                </a:solidFill>
                <a:latin typeface="Calibri"/>
                <a:ea typeface="Calibri"/>
                <a:cs typeface="Calibri"/>
                <a:sym typeface="Calibri"/>
              </a:defRPr>
            </a:lvl1pPr>
            <a:lvl2pPr marL="0" marR="0" lvl="1" indent="0" algn="r">
              <a:spcBef>
                <a:spcPts val="0"/>
              </a:spcBef>
              <a:buNone/>
              <a:defRPr sz="1100" b="1" i="0" u="none" strike="noStrike" cap="none">
                <a:solidFill>
                  <a:srgbClr val="000000"/>
                </a:solidFill>
                <a:latin typeface="Calibri"/>
                <a:ea typeface="Calibri"/>
                <a:cs typeface="Calibri"/>
                <a:sym typeface="Calibri"/>
              </a:defRPr>
            </a:lvl2pPr>
            <a:lvl3pPr marL="0" marR="0" lvl="2" indent="0" algn="r">
              <a:spcBef>
                <a:spcPts val="0"/>
              </a:spcBef>
              <a:buNone/>
              <a:defRPr sz="1100" b="1" i="0" u="none" strike="noStrike" cap="none">
                <a:solidFill>
                  <a:srgbClr val="000000"/>
                </a:solidFill>
                <a:latin typeface="Calibri"/>
                <a:ea typeface="Calibri"/>
                <a:cs typeface="Calibri"/>
                <a:sym typeface="Calibri"/>
              </a:defRPr>
            </a:lvl3pPr>
            <a:lvl4pPr marL="0" marR="0" lvl="3" indent="0" algn="r">
              <a:spcBef>
                <a:spcPts val="0"/>
              </a:spcBef>
              <a:buNone/>
              <a:defRPr sz="1100" b="1" i="0" u="none" strike="noStrike" cap="none">
                <a:solidFill>
                  <a:srgbClr val="000000"/>
                </a:solidFill>
                <a:latin typeface="Calibri"/>
                <a:ea typeface="Calibri"/>
                <a:cs typeface="Calibri"/>
                <a:sym typeface="Calibri"/>
              </a:defRPr>
            </a:lvl4pPr>
            <a:lvl5pPr marL="0" marR="0" lvl="4" indent="0" algn="r">
              <a:spcBef>
                <a:spcPts val="0"/>
              </a:spcBef>
              <a:buNone/>
              <a:defRPr sz="1100" b="1" i="0" u="none" strike="noStrike" cap="none">
                <a:solidFill>
                  <a:srgbClr val="000000"/>
                </a:solidFill>
                <a:latin typeface="Calibri"/>
                <a:ea typeface="Calibri"/>
                <a:cs typeface="Calibri"/>
                <a:sym typeface="Calibri"/>
              </a:defRPr>
            </a:lvl5pPr>
            <a:lvl6pPr marL="0" marR="0" lvl="5" indent="0" algn="r">
              <a:spcBef>
                <a:spcPts val="0"/>
              </a:spcBef>
              <a:buNone/>
              <a:defRPr sz="1100" b="1" i="0" u="none" strike="noStrike" cap="none">
                <a:solidFill>
                  <a:srgbClr val="000000"/>
                </a:solidFill>
                <a:latin typeface="Calibri"/>
                <a:ea typeface="Calibri"/>
                <a:cs typeface="Calibri"/>
                <a:sym typeface="Calibri"/>
              </a:defRPr>
            </a:lvl6pPr>
            <a:lvl7pPr marL="0" marR="0" lvl="6" indent="0" algn="r">
              <a:spcBef>
                <a:spcPts val="0"/>
              </a:spcBef>
              <a:buNone/>
              <a:defRPr sz="1100" b="1" i="0" u="none" strike="noStrike" cap="none">
                <a:solidFill>
                  <a:srgbClr val="000000"/>
                </a:solidFill>
                <a:latin typeface="Calibri"/>
                <a:ea typeface="Calibri"/>
                <a:cs typeface="Calibri"/>
                <a:sym typeface="Calibri"/>
              </a:defRPr>
            </a:lvl7pPr>
            <a:lvl8pPr marL="0" marR="0" lvl="7" indent="0" algn="r">
              <a:spcBef>
                <a:spcPts val="0"/>
              </a:spcBef>
              <a:buNone/>
              <a:defRPr sz="1100" b="1" i="0" u="none" strike="noStrike" cap="none">
                <a:solidFill>
                  <a:srgbClr val="000000"/>
                </a:solidFill>
                <a:latin typeface="Calibri"/>
                <a:ea typeface="Calibri"/>
                <a:cs typeface="Calibri"/>
                <a:sym typeface="Calibri"/>
              </a:defRPr>
            </a:lvl8pPr>
            <a:lvl9pPr marL="0" marR="0" lvl="8" indent="0" algn="r">
              <a:spcBef>
                <a:spcPts val="0"/>
              </a:spcBef>
              <a:buNone/>
              <a:defRPr sz="1100" b="1" i="0" u="none" strike="noStrike" cap="none">
                <a:solidFill>
                  <a:srgbClr val="000000"/>
                </a:solidFill>
                <a:latin typeface="Calibri"/>
                <a:ea typeface="Calibri"/>
                <a:cs typeface="Calibri"/>
                <a:sym typeface="Calibri"/>
              </a:defRPr>
            </a:lvl9pPr>
          </a:lstStyle>
          <a:p>
            <a:fld id="{00000000-1234-1234-1234-123412341234}" type="slidenum">
              <a:rPr lang="en-US" smtClean="0"/>
              <a:pPr/>
              <a:t>‹#›</a:t>
            </a:fld>
            <a:endParaRPr lang="en-US"/>
          </a:p>
        </p:txBody>
      </p:sp>
      <p:sp>
        <p:nvSpPr>
          <p:cNvPr id="23" name="Rectangle 22">
            <a:extLst>
              <a:ext uri="{FF2B5EF4-FFF2-40B4-BE49-F238E27FC236}">
                <a16:creationId xmlns:a16="http://schemas.microsoft.com/office/drawing/2014/main" id="{E9FE2038-FBB7-4637-BA2F-531A2EA2003E}"/>
              </a:ext>
            </a:extLst>
          </p:cNvPr>
          <p:cNvSpPr/>
          <p:nvPr userDrawn="1"/>
        </p:nvSpPr>
        <p:spPr>
          <a:xfrm>
            <a:off x="0" y="0"/>
            <a:ext cx="125730" cy="9144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err="1"/>
          </a:p>
        </p:txBody>
      </p:sp>
      <p:sp>
        <p:nvSpPr>
          <p:cNvPr id="5" name="Title Placeholder 4">
            <a:extLst>
              <a:ext uri="{FF2B5EF4-FFF2-40B4-BE49-F238E27FC236}">
                <a16:creationId xmlns:a16="http://schemas.microsoft.com/office/drawing/2014/main" id="{1931CE66-C353-45F2-B1AA-CFF194244F66}"/>
              </a:ext>
            </a:extLst>
          </p:cNvPr>
          <p:cNvSpPr>
            <a:spLocks noGrp="1"/>
          </p:cNvSpPr>
          <p:nvPr>
            <p:ph type="title"/>
          </p:nvPr>
        </p:nvSpPr>
        <p:spPr>
          <a:xfrm>
            <a:off x="457200" y="206659"/>
            <a:ext cx="11277600" cy="688689"/>
          </a:xfrm>
          <a:prstGeom prst="rect">
            <a:avLst/>
          </a:prstGeom>
        </p:spPr>
        <p:txBody>
          <a:bodyPr vert="horz" lIns="0" tIns="45720" rIns="91440" bIns="45720" rtlCol="0" anchor="t">
            <a:noAutofit/>
          </a:bodyPr>
          <a:lstStyle/>
          <a:p>
            <a:r>
              <a:rPr lang="en-US"/>
              <a:t>Click to edit Master title style</a:t>
            </a:r>
            <a:endParaRPr lang="en-IN"/>
          </a:p>
        </p:txBody>
      </p:sp>
      <p:sp>
        <p:nvSpPr>
          <p:cNvPr id="6" name="Text Placeholder 5">
            <a:extLst>
              <a:ext uri="{FF2B5EF4-FFF2-40B4-BE49-F238E27FC236}">
                <a16:creationId xmlns:a16="http://schemas.microsoft.com/office/drawing/2014/main" id="{19C077D9-D7B0-4227-9338-259DD422062E}"/>
              </a:ext>
            </a:extLst>
          </p:cNvPr>
          <p:cNvSpPr>
            <a:spLocks noGrp="1"/>
          </p:cNvSpPr>
          <p:nvPr>
            <p:ph type="body" idx="1"/>
          </p:nvPr>
        </p:nvSpPr>
        <p:spPr>
          <a:xfrm>
            <a:off x="457200" y="1352580"/>
            <a:ext cx="11277600" cy="4972020"/>
          </a:xfrm>
          <a:prstGeom prst="rect">
            <a:avLst/>
          </a:prstGeom>
        </p:spPr>
        <p:txBody>
          <a:bodyPr vert="horz" lIns="0" tIns="0" rIns="91440" bIns="0" rtlCol="0">
            <a:noAutofit/>
          </a:bodyPr>
          <a:lstStyle/>
          <a:p>
            <a:pPr lvl="0"/>
            <a:r>
              <a:rPr lang="en-US"/>
              <a:t>Click to edit Master text styles</a:t>
            </a:r>
          </a:p>
          <a:p>
            <a:pPr lvl="1"/>
            <a:r>
              <a:rPr lang="en-US"/>
              <a:t>Second level</a:t>
            </a:r>
          </a:p>
          <a:p>
            <a:pPr lvl="2"/>
            <a:r>
              <a:rPr lang="en-US"/>
              <a:t>Third level</a:t>
            </a:r>
          </a:p>
        </p:txBody>
      </p:sp>
      <p:pic>
        <p:nvPicPr>
          <p:cNvPr id="9" name="Google Shape;26;p22">
            <a:extLst>
              <a:ext uri="{FF2B5EF4-FFF2-40B4-BE49-F238E27FC236}">
                <a16:creationId xmlns:a16="http://schemas.microsoft.com/office/drawing/2014/main" id="{416EB7DD-1BE7-4884-B241-29E228B67E8F}"/>
              </a:ext>
            </a:extLst>
          </p:cNvPr>
          <p:cNvPicPr preferRelativeResize="0"/>
          <p:nvPr userDrawn="1"/>
        </p:nvPicPr>
        <p:blipFill>
          <a:blip r:embed="rId11" cstate="screen">
            <a:alphaModFix/>
            <a:extLst>
              <a:ext uri="{28A0092B-C50C-407E-A947-70E740481C1C}">
                <a14:useLocalDpi xmlns:a14="http://schemas.microsoft.com/office/drawing/2010/main"/>
              </a:ext>
            </a:extLst>
          </a:blip>
          <a:stretch>
            <a:fillRect/>
          </a:stretch>
        </p:blipFill>
        <p:spPr>
          <a:xfrm>
            <a:off x="11682925" y="6314992"/>
            <a:ext cx="296550" cy="296075"/>
          </a:xfrm>
          <a:prstGeom prst="rect">
            <a:avLst/>
          </a:prstGeom>
          <a:noFill/>
          <a:ln>
            <a:noFill/>
          </a:ln>
        </p:spPr>
      </p:pic>
    </p:spTree>
    <p:extLst>
      <p:ext uri="{BB962C8B-B14F-4D97-AF65-F5344CB8AC3E}">
        <p14:creationId xmlns:p14="http://schemas.microsoft.com/office/powerpoint/2010/main" val="114393563"/>
      </p:ext>
    </p:extLst>
  </p:cSld>
  <p:clrMap bg1="lt1" tx1="dk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2200" b="1" i="0" u="none" strike="noStrike" cap="none">
          <a:solidFill>
            <a:schemeClr val="accent2"/>
          </a:solidFill>
          <a:latin typeface="Helvetica" panose="020B0604020202020204" pitchFamily="34" charset="0"/>
          <a:ea typeface="Helvetica" panose="020B0604020202020204" pitchFamily="34" charset="0"/>
          <a:cs typeface="Helvetica"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2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L="182880" marR="0" lvl="1" indent="-182880" algn="l" rtl="0" eaLnBrk="1" hangingPunct="1">
        <a:lnSpc>
          <a:spcPct val="100000"/>
        </a:lnSpc>
        <a:spcBef>
          <a:spcPts val="0"/>
        </a:spcBef>
        <a:spcAft>
          <a:spcPts val="0"/>
        </a:spcAft>
        <a:buClr>
          <a:schemeClr val="accent1"/>
        </a:buClr>
        <a:buFont typeface="Arial" panose="020B0604020202020204" pitchFamily="34" charset="0"/>
        <a:buChar char="•"/>
        <a:defRPr sz="12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2pPr>
      <a:lvl3pPr marL="365760" marR="0" lvl="2" indent="-171450" algn="l" rtl="0" eaLnBrk="1" hangingPunct="1">
        <a:lnSpc>
          <a:spcPct val="100000"/>
        </a:lnSpc>
        <a:spcBef>
          <a:spcPts val="0"/>
        </a:spcBef>
        <a:spcAft>
          <a:spcPts val="0"/>
        </a:spcAft>
        <a:buClr>
          <a:schemeClr val="accent1"/>
        </a:buClr>
        <a:buFont typeface="Calibri" panose="020F0502020204030204" pitchFamily="34" charset="0"/>
        <a:buChar char="‒"/>
        <a:defRPr sz="12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3pPr>
      <a:lvl4pPr marR="0" lvl="3" algn="l" rtl="0" eaLnBrk="1" hangingPunct="1">
        <a:lnSpc>
          <a:spcPct val="100000"/>
        </a:lnSpc>
        <a:spcBef>
          <a:spcPts val="0"/>
        </a:spcBef>
        <a:spcAft>
          <a:spcPts val="0"/>
        </a:spcAft>
        <a:buClr>
          <a:srgbClr val="000000"/>
        </a:buClr>
        <a:buFont typeface="Arial"/>
        <a:defRPr sz="12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4pPr>
      <a:lvl5pPr marR="0" lvl="4" algn="l" rtl="0" eaLnBrk="1" hangingPunct="1">
        <a:lnSpc>
          <a:spcPct val="100000"/>
        </a:lnSpc>
        <a:spcBef>
          <a:spcPts val="0"/>
        </a:spcBef>
        <a:spcAft>
          <a:spcPts val="0"/>
        </a:spcAft>
        <a:buClr>
          <a:srgbClr val="000000"/>
        </a:buClr>
        <a:buFont typeface="Arial"/>
        <a:defRPr sz="12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576">
          <p15:clr>
            <a:srgbClr val="F26B43"/>
          </p15:clr>
        </p15:guide>
        <p15:guide id="4" pos="288">
          <p15:clr>
            <a:srgbClr val="F26B43"/>
          </p15:clr>
        </p15:guide>
        <p15:guide id="5" orient="horz" pos="3984">
          <p15:clr>
            <a:srgbClr val="F26B43"/>
          </p15:clr>
        </p15:guide>
        <p15:guide id="6" pos="7392">
          <p15:clr>
            <a:srgbClr val="F26B43"/>
          </p15:clr>
        </p15:guide>
        <p15:guide id="7" orient="horz" pos="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3.png"/><Relationship Id="rId7" Type="http://schemas.openxmlformats.org/officeDocument/2006/relationships/hyperlink" Target="https://www.youtube.com/watch?v=fl4VfTvw6iY" TargetMode="External"/><Relationship Id="rId2" Type="http://schemas.openxmlformats.org/officeDocument/2006/relationships/image" Target="../media/image12.png"/><Relationship Id="rId1" Type="http://schemas.openxmlformats.org/officeDocument/2006/relationships/slideLayout" Target="../slideLayouts/slideLayout9.xml"/><Relationship Id="rId6" Type="http://schemas.openxmlformats.org/officeDocument/2006/relationships/hyperlink" Target="https://www.youtube.com/watch?v=H3gXgPBua-o" TargetMode="External"/><Relationship Id="rId11" Type="http://schemas.openxmlformats.org/officeDocument/2006/relationships/image" Target="../media/image17.png"/><Relationship Id="rId5" Type="http://schemas.openxmlformats.org/officeDocument/2006/relationships/hyperlink" Target="https://www.youtube.com/watch?v=KhZ31W0T5jc" TargetMode="External"/><Relationship Id="rId10" Type="http://schemas.openxmlformats.org/officeDocument/2006/relationships/image" Target="../media/image16.svg"/><Relationship Id="rId4" Type="http://schemas.microsoft.com/office/2007/relationships/hdphoto" Target="../media/hdphoto1.wdp"/><Relationship Id="rId9" Type="http://schemas.openxmlformats.org/officeDocument/2006/relationships/image" Target="../media/image1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507F3-2A4E-030D-1CFB-5FF1A4F075FE}"/>
              </a:ext>
            </a:extLst>
          </p:cNvPr>
          <p:cNvSpPr>
            <a:spLocks noGrp="1"/>
          </p:cNvSpPr>
          <p:nvPr>
            <p:ph type="title"/>
          </p:nvPr>
        </p:nvSpPr>
        <p:spPr>
          <a:xfrm>
            <a:off x="293077" y="125906"/>
            <a:ext cx="11277600" cy="391218"/>
          </a:xfrm>
        </p:spPr>
        <p:txBody>
          <a:bodyPr/>
          <a:lstStyle/>
          <a:p>
            <a:r>
              <a:rPr lang="en-US" sz="1800" dirty="0">
                <a:latin typeface="Calibri" panose="020F0502020204030204" pitchFamily="34" charset="0"/>
                <a:ea typeface="Calibri" panose="020F0502020204030204" pitchFamily="34" charset="0"/>
                <a:cs typeface="Calibri" panose="020F0502020204030204" pitchFamily="34" charset="0"/>
              </a:rPr>
              <a:t>Guidelines for bio template – content and layout</a:t>
            </a:r>
          </a:p>
        </p:txBody>
      </p:sp>
      <p:sp>
        <p:nvSpPr>
          <p:cNvPr id="3" name="Slide Number Placeholder 2">
            <a:extLst>
              <a:ext uri="{FF2B5EF4-FFF2-40B4-BE49-F238E27FC236}">
                <a16:creationId xmlns:a16="http://schemas.microsoft.com/office/drawing/2014/main" id="{E4CA2927-EC1C-7747-19D4-842E9A03CCA0}"/>
              </a:ext>
            </a:extLst>
          </p:cNvPr>
          <p:cNvSpPr>
            <a:spLocks noGrp="1"/>
          </p:cNvSpPr>
          <p:nvPr>
            <p:ph type="sldNum" idx="11"/>
          </p:nvPr>
        </p:nvSpPr>
        <p:spPr/>
        <p:txBody>
          <a:bodyPr/>
          <a:lstStyle/>
          <a:p>
            <a:fld id="{00000000-1234-1234-1234-123412341234}" type="slidenum">
              <a:rPr lang="en-US" smtClean="0"/>
              <a:pPr/>
              <a:t>1</a:t>
            </a:fld>
            <a:endParaRPr lang="en-US"/>
          </a:p>
        </p:txBody>
      </p:sp>
      <p:sp>
        <p:nvSpPr>
          <p:cNvPr id="4" name="Text Placeholder 3">
            <a:extLst>
              <a:ext uri="{FF2B5EF4-FFF2-40B4-BE49-F238E27FC236}">
                <a16:creationId xmlns:a16="http://schemas.microsoft.com/office/drawing/2014/main" id="{7A7FEE10-86A6-B200-34EC-A8E4FA84297C}"/>
              </a:ext>
            </a:extLst>
          </p:cNvPr>
          <p:cNvSpPr>
            <a:spLocks noGrp="1"/>
          </p:cNvSpPr>
          <p:nvPr>
            <p:ph type="body" sz="quarter" idx="13"/>
          </p:nvPr>
        </p:nvSpPr>
        <p:spPr>
          <a:xfrm>
            <a:off x="457200" y="594837"/>
            <a:ext cx="11277600" cy="6137257"/>
          </a:xfrm>
        </p:spPr>
        <p:txBody>
          <a:bodyPr vert="horz" lIns="0" tIns="0" rIns="91440" bIns="0" rtlCol="0" anchor="t">
            <a:noAutofit/>
          </a:bodyPr>
          <a:lstStyle/>
          <a:p>
            <a:r>
              <a:rPr lang="en-US" sz="1600" dirty="0"/>
              <a:t>Faculty bios help identify that Emeritus programs are delivered by subject matter experts within their chosen fields.</a:t>
            </a:r>
            <a:br>
              <a:rPr lang="en-US" sz="1600" dirty="0"/>
            </a:br>
            <a:r>
              <a:rPr lang="en-US" sz="1600" dirty="0"/>
              <a:t>Some clients may request multiple faculty bios from which they select one final faculty. </a:t>
            </a:r>
            <a:br>
              <a:rPr lang="en-US" sz="1600" dirty="0"/>
            </a:br>
            <a:r>
              <a:rPr lang="en-US" sz="1600" dirty="0"/>
              <a:t>Therefore, this is your opportunity to market your expertise with all your relevant credentials in the best possible way</a:t>
            </a:r>
            <a:br>
              <a:rPr lang="en-US" sz="1600" dirty="0"/>
            </a:br>
            <a:endParaRPr lang="en-US" sz="1600" dirty="0"/>
          </a:p>
          <a:p>
            <a:r>
              <a:rPr lang="en-US" sz="1600" b="1" u="sng" dirty="0"/>
              <a:t>Guidelines</a:t>
            </a:r>
          </a:p>
          <a:p>
            <a:r>
              <a:rPr lang="en-US" sz="1600" dirty="0"/>
              <a:t>Please ensure that your </a:t>
            </a:r>
            <a:r>
              <a:rPr lang="en-US" sz="1600" b="1" dirty="0"/>
              <a:t>bio demonstrates and highlights relevant expertise </a:t>
            </a:r>
            <a:r>
              <a:rPr lang="en-US" sz="1600" dirty="0">
                <a:solidFill>
                  <a:schemeClr val="tx1"/>
                </a:solidFill>
              </a:rPr>
              <a:t>and aligns </a:t>
            </a:r>
            <a:r>
              <a:rPr lang="en-US" sz="1600" dirty="0"/>
              <a:t>with the outlines that you will be submitting. The following information is crucial for a high-quality bio:</a:t>
            </a:r>
          </a:p>
          <a:p>
            <a:pPr marL="285750" indent="-285750">
              <a:buFont typeface="Arial,Sans-Serif" panose="020B0604020202020204" pitchFamily="34" charset="0"/>
              <a:buChar char="•"/>
            </a:pPr>
            <a:endParaRPr lang="en-US" sz="1600" dirty="0"/>
          </a:p>
          <a:p>
            <a:pPr marL="285750" indent="-285750">
              <a:buFont typeface="Arial,Sans-Serif" panose="020B0604020202020204" pitchFamily="34" charset="0"/>
              <a:buChar char="•"/>
            </a:pPr>
            <a:r>
              <a:rPr lang="en-US" sz="1600" dirty="0"/>
              <a:t>List all your teaching expertise - separated with </a:t>
            </a:r>
            <a:r>
              <a:rPr lang="en-US" sz="1600" dirty="0">
                <a:solidFill>
                  <a:schemeClr val="tx1"/>
                </a:solidFill>
              </a:rPr>
              <a:t>a “</a:t>
            </a:r>
            <a:r>
              <a:rPr lang="en-MY" sz="1600" dirty="0">
                <a:solidFill>
                  <a:schemeClr val="accent1"/>
                </a:solidFill>
              </a:rPr>
              <a:t>|</a:t>
            </a:r>
            <a:r>
              <a:rPr lang="en-MY" sz="1600" dirty="0">
                <a:solidFill>
                  <a:schemeClr val="tx1"/>
                </a:solidFill>
              </a:rPr>
              <a:t>” </a:t>
            </a:r>
            <a:r>
              <a:rPr lang="en-US" sz="1600" dirty="0">
                <a:solidFill>
                  <a:schemeClr val="tx1"/>
                </a:solidFill>
              </a:rPr>
              <a:t> - avoid repetitive descriptors</a:t>
            </a:r>
          </a:p>
          <a:p>
            <a:pPr marL="285750" indent="-285750">
              <a:buFont typeface="Arial,Sans-Serif" panose="020B0604020202020204" pitchFamily="34" charset="0"/>
              <a:buChar char="•"/>
            </a:pPr>
            <a:r>
              <a:rPr lang="en-US" sz="1600" dirty="0"/>
              <a:t>List all the Business Schools and educational institutions you are/have been affiliated with – very important for our Middle East and India clients</a:t>
            </a:r>
          </a:p>
          <a:p>
            <a:pPr marL="285750" indent="-285750">
              <a:buFont typeface="Arial,Sans-Serif" panose="020B0604020202020204" pitchFamily="34" charset="0"/>
              <a:buChar char="•"/>
            </a:pPr>
            <a:r>
              <a:rPr lang="en-US" sz="1600" dirty="0"/>
              <a:t>List all clients you have worked with in APAC, India, EU, META, US and LATAM</a:t>
            </a:r>
          </a:p>
          <a:p>
            <a:pPr marL="285750" indent="-285750">
              <a:buFont typeface="Arial,Sans-Serif" panose="020B0604020202020204" pitchFamily="34" charset="0"/>
              <a:buChar char="•"/>
            </a:pPr>
            <a:r>
              <a:rPr lang="en-US" sz="1600" dirty="0"/>
              <a:t>List of books, publications/case studies/methodologies/examples you’ve used in your sessions</a:t>
            </a:r>
          </a:p>
          <a:p>
            <a:pPr marL="285750" indent="-285750">
              <a:buFont typeface="Arial,Sans-Serif" panose="020B0604020202020204" pitchFamily="34" charset="0"/>
              <a:buChar char="•"/>
            </a:pPr>
            <a:r>
              <a:rPr lang="en-US" sz="1600" dirty="0">
                <a:solidFill>
                  <a:schemeClr val="tx1"/>
                </a:solidFill>
              </a:rPr>
              <a:t>List of Ted Talks, conferences, summits you have spoken at with </a:t>
            </a:r>
            <a:r>
              <a:rPr lang="en-US" sz="1600" u="sng" dirty="0">
                <a:solidFill>
                  <a:schemeClr val="tx1"/>
                </a:solidFill>
              </a:rPr>
              <a:t>high quality video links</a:t>
            </a:r>
            <a:r>
              <a:rPr lang="en-US" sz="1600" dirty="0">
                <a:solidFill>
                  <a:schemeClr val="tx1"/>
                </a:solidFill>
              </a:rPr>
              <a:t> that best represent you in delivery mode – our clients always request these</a:t>
            </a:r>
          </a:p>
          <a:p>
            <a:pPr marL="285750" indent="-285750">
              <a:buFont typeface="Arial,Sans-Serif" panose="020B0604020202020204" pitchFamily="34" charset="0"/>
              <a:buChar char="•"/>
            </a:pPr>
            <a:r>
              <a:rPr lang="en-US" sz="1600" dirty="0">
                <a:solidFill>
                  <a:schemeClr val="tx1"/>
                </a:solidFill>
              </a:rPr>
              <a:t>Include any </a:t>
            </a:r>
            <a:r>
              <a:rPr lang="en-US" sz="1600" u="sng" dirty="0">
                <a:solidFill>
                  <a:schemeClr val="tx1"/>
                </a:solidFill>
              </a:rPr>
              <a:t>languages and dialects </a:t>
            </a:r>
            <a:r>
              <a:rPr lang="en-US" sz="1600" dirty="0">
                <a:solidFill>
                  <a:schemeClr val="tx1"/>
                </a:solidFill>
              </a:rPr>
              <a:t>you can teach/facilitate in - particularly for the META, LATAM and APAC region</a:t>
            </a:r>
          </a:p>
          <a:p>
            <a:pPr marL="285750" indent="-285750">
              <a:buFont typeface="Arial" panose="020B0604020202020204" pitchFamily="34" charset="0"/>
              <a:buChar char="•"/>
            </a:pPr>
            <a:r>
              <a:rPr lang="en-US" sz="1600" dirty="0"/>
              <a:t>For </a:t>
            </a:r>
            <a:r>
              <a:rPr lang="en-US" sz="1600" b="1" dirty="0"/>
              <a:t>“current/former position” </a:t>
            </a:r>
            <a:r>
              <a:rPr lang="en-US" sz="1600" dirty="0"/>
              <a:t>we advise not to use titles such as “</a:t>
            </a:r>
            <a:r>
              <a:rPr lang="en-US" sz="1600" b="0" dirty="0"/>
              <a:t>Co-Founder / CEO” of your own business entity</a:t>
            </a:r>
            <a:br>
              <a:rPr lang="en-US" sz="1600" b="0" dirty="0"/>
            </a:br>
            <a:r>
              <a:rPr lang="en-US" sz="1600" b="0" u="sng" dirty="0"/>
              <a:t>Examples of meaningful </a:t>
            </a:r>
            <a:r>
              <a:rPr lang="en-US" sz="1600" u="sng" dirty="0"/>
              <a:t>titles include</a:t>
            </a:r>
            <a:r>
              <a:rPr lang="en-US" sz="1600" b="0" dirty="0"/>
              <a:t>:</a:t>
            </a:r>
          </a:p>
          <a:p>
            <a:pPr marL="468630" lvl="1" indent="-285750"/>
            <a:r>
              <a:rPr lang="en-US" sz="1600" b="0" u="sng" dirty="0"/>
              <a:t>Existing senior role </a:t>
            </a:r>
            <a:r>
              <a:rPr lang="en-US" sz="1600" u="sng" dirty="0"/>
              <a:t>at</a:t>
            </a:r>
            <a:r>
              <a:rPr lang="en-US" sz="1600" b="0" u="sng" dirty="0"/>
              <a:t> a well-established company </a:t>
            </a:r>
            <a:r>
              <a:rPr lang="en-US" sz="1600" b="0" dirty="0"/>
              <a:t>including senior title, advisor, board member, </a:t>
            </a:r>
            <a:r>
              <a:rPr lang="en-US" sz="1600" b="0" dirty="0" err="1"/>
              <a:t>etc</a:t>
            </a:r>
            <a:endParaRPr lang="en-US" sz="1600" b="0" dirty="0"/>
          </a:p>
          <a:p>
            <a:pPr marL="468630" lvl="1" indent="-285750"/>
            <a:r>
              <a:rPr lang="en-US" sz="1600" u="sng" dirty="0"/>
              <a:t>Academic roles </a:t>
            </a:r>
            <a:r>
              <a:rPr lang="en-US" sz="1600" dirty="0"/>
              <a:t>(including visiting or adjunct roles) at a university or other higher education provider</a:t>
            </a:r>
          </a:p>
          <a:p>
            <a:pPr marL="468630" lvl="1" indent="-285750"/>
            <a:r>
              <a:rPr lang="en-US" sz="1600" dirty="0"/>
              <a:t>Previous </a:t>
            </a:r>
            <a:r>
              <a:rPr lang="en-US" sz="1600" u="sng" dirty="0"/>
              <a:t>C-level employment or unique roles </a:t>
            </a:r>
            <a:r>
              <a:rPr lang="en-US" sz="1600" dirty="0"/>
              <a:t>at large companies / specific industries.</a:t>
            </a:r>
            <a:br>
              <a:rPr lang="en-US" sz="1600" dirty="0"/>
            </a:br>
            <a:r>
              <a:rPr lang="en-US" sz="1600" dirty="0"/>
              <a:t>Example: Former medical doctor, Former Telstra CEO, Ex-NBA player, Former Olympian, etc.</a:t>
            </a:r>
            <a:endParaRPr lang="en-US" sz="1600" b="0" dirty="0"/>
          </a:p>
          <a:p>
            <a:pPr marL="285750" indent="-285750">
              <a:buFont typeface="Arial" panose="020B0604020202020204" pitchFamily="34" charset="0"/>
              <a:buChar char="•"/>
            </a:pPr>
            <a:r>
              <a:rPr lang="en-US" sz="1600" dirty="0">
                <a:solidFill>
                  <a:schemeClr val="tx1"/>
                </a:solidFill>
              </a:rPr>
              <a:t>Each bio page should consist of </a:t>
            </a:r>
            <a:r>
              <a:rPr lang="en-US" sz="1600" u="sng" dirty="0">
                <a:solidFill>
                  <a:schemeClr val="tx1"/>
                </a:solidFill>
              </a:rPr>
              <a:t>no more than 5 logos</a:t>
            </a:r>
            <a:r>
              <a:rPr lang="en-US" sz="1600" dirty="0">
                <a:solidFill>
                  <a:schemeClr val="tx1"/>
                </a:solidFill>
              </a:rPr>
              <a:t>.</a:t>
            </a:r>
          </a:p>
          <a:p>
            <a:pPr marL="285750" indent="-285750">
              <a:buFont typeface="Arial" panose="020B0604020202020204" pitchFamily="34" charset="0"/>
              <a:buChar char="•"/>
            </a:pPr>
            <a:r>
              <a:rPr lang="en-US" sz="1600" b="1" dirty="0">
                <a:solidFill>
                  <a:schemeClr val="tx1"/>
                </a:solidFill>
              </a:rPr>
              <a:t>Core Expertise</a:t>
            </a:r>
            <a:r>
              <a:rPr lang="en-US" sz="1600" dirty="0">
                <a:solidFill>
                  <a:schemeClr val="tx1"/>
                </a:solidFill>
              </a:rPr>
              <a:t>: P</a:t>
            </a:r>
            <a:r>
              <a:rPr lang="en-GB" sz="1600" dirty="0">
                <a:effectLst/>
              </a:rPr>
              <a:t>lease list up to 3 areas of expertise where you have 2-3 days of content/material. </a:t>
            </a:r>
          </a:p>
          <a:p>
            <a:pPr marL="285750" indent="-285750">
              <a:buFont typeface="Arial" panose="020B0604020202020204" pitchFamily="34" charset="0"/>
              <a:buChar char="•"/>
            </a:pPr>
            <a:r>
              <a:rPr lang="en-GB" sz="1600" b="1" dirty="0">
                <a:solidFill>
                  <a:schemeClr val="tx1"/>
                </a:solidFill>
              </a:rPr>
              <a:t>Sub Topics</a:t>
            </a:r>
            <a:r>
              <a:rPr lang="en-GB" sz="1600" dirty="0">
                <a:solidFill>
                  <a:schemeClr val="tx1"/>
                </a:solidFill>
              </a:rPr>
              <a:t> : Please list all areas of expertise where you can delivery up to 1 day's content. </a:t>
            </a:r>
            <a:endParaRPr lang="en-IN" sz="1600" dirty="0">
              <a:solidFill>
                <a:schemeClr val="tx1"/>
              </a:solidFill>
            </a:endParaRPr>
          </a:p>
          <a:p>
            <a:pPr marL="285750" indent="-285750">
              <a:buFont typeface="Arial" panose="020B0604020202020204" pitchFamily="34" charset="0"/>
              <a:buChar char="•"/>
            </a:pPr>
            <a:endParaRPr lang="en-IN" sz="1600" dirty="0">
              <a:effectLst/>
            </a:endParaRPr>
          </a:p>
          <a:p>
            <a:pPr marL="285750" indent="-285750">
              <a:buFont typeface="Arial" panose="020B0604020202020204" pitchFamily="34" charset="0"/>
              <a:buChar char="•"/>
            </a:pPr>
            <a:endParaRPr lang="en-US" sz="1600" dirty="0">
              <a:solidFill>
                <a:schemeClr val="tx1"/>
              </a:solidFill>
              <a:latin typeface="Calibri"/>
              <a:ea typeface="Calibri"/>
              <a:cs typeface="Calibri"/>
            </a:endParaRPr>
          </a:p>
          <a:p>
            <a:endParaRPr lang="en-US" sz="1600" dirty="0">
              <a:solidFill>
                <a:schemeClr val="tx1"/>
              </a:solidFill>
              <a:cs typeface="Calibri"/>
            </a:endParaRPr>
          </a:p>
          <a:p>
            <a:pPr marL="285750" indent="-285750">
              <a:buFont typeface="Arial" panose="020B0604020202020204" pitchFamily="34" charset="0"/>
              <a:buChar char="•"/>
            </a:pPr>
            <a:endParaRPr lang="en-US" sz="1600" dirty="0">
              <a:solidFill>
                <a:schemeClr val="tx1"/>
              </a:solidFill>
              <a:latin typeface="Calibri"/>
              <a:cs typeface="Calibri"/>
            </a:endParaRPr>
          </a:p>
          <a:p>
            <a:endParaRPr lang="en-US" sz="1600" dirty="0">
              <a:cs typeface="Calibri"/>
            </a:endParaRPr>
          </a:p>
          <a:p>
            <a:pPr marL="285750" indent="-285750">
              <a:buFont typeface="Arial"/>
              <a:buChar char="•"/>
            </a:pPr>
            <a:endParaRPr lang="en-US" sz="1600" dirty="0">
              <a:cs typeface="Calibri"/>
            </a:endParaRPr>
          </a:p>
          <a:p>
            <a:pPr marL="285750" indent="-285750">
              <a:buFont typeface="Arial" panose="020B0604020202020204" pitchFamily="34" charset="0"/>
              <a:buChar char="•"/>
            </a:pPr>
            <a:endParaRPr lang="en-US" sz="1600" dirty="0">
              <a:cs typeface="Calibri"/>
            </a:endParaRPr>
          </a:p>
          <a:p>
            <a:endParaRPr lang="en-US" sz="1600" dirty="0">
              <a:cs typeface="Calibri"/>
            </a:endParaRPr>
          </a:p>
          <a:p>
            <a:endParaRPr lang="en-US" sz="1600" dirty="0">
              <a:cs typeface="Calibri"/>
            </a:endParaRPr>
          </a:p>
          <a:p>
            <a:endParaRPr lang="en-US" sz="1100" dirty="0">
              <a:cs typeface="Calibri"/>
            </a:endParaRPr>
          </a:p>
        </p:txBody>
      </p:sp>
    </p:spTree>
    <p:extLst>
      <p:ext uri="{BB962C8B-B14F-4D97-AF65-F5344CB8AC3E}">
        <p14:creationId xmlns:p14="http://schemas.microsoft.com/office/powerpoint/2010/main" val="1279321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CD76F-4241-17CD-B1E7-BE1626C565C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D24DAFC-B534-A0C3-8698-3633908DF964}"/>
              </a:ext>
            </a:extLst>
          </p:cNvPr>
          <p:cNvPicPr>
            <a:picLocks noChangeAspect="1"/>
          </p:cNvPicPr>
          <p:nvPr/>
        </p:nvPicPr>
        <p:blipFill rotWithShape="1">
          <a:blip r:embed="rId2">
            <a:alphaModFix amt="26000"/>
          </a:blip>
          <a:srcRect l="11202" t="24021" r="11045" b="36738"/>
          <a:stretch/>
        </p:blipFill>
        <p:spPr>
          <a:xfrm rot="20295296">
            <a:off x="744264" y="2685583"/>
            <a:ext cx="9741485" cy="1926886"/>
          </a:xfrm>
          <a:prstGeom prst="rect">
            <a:avLst/>
          </a:prstGeom>
        </p:spPr>
      </p:pic>
      <p:pic>
        <p:nvPicPr>
          <p:cNvPr id="1026" name="Picture 2" descr="Maarten Nijhoff Asser's Email &amp; Phone - Greater Boston Area">
            <a:extLst>
              <a:ext uri="{FF2B5EF4-FFF2-40B4-BE49-F238E27FC236}">
                <a16:creationId xmlns:a16="http://schemas.microsoft.com/office/drawing/2014/main" id="{8CF4716D-2ACF-F5E1-26A6-FAC0B926A4B7}"/>
              </a:ext>
            </a:extLst>
          </p:cNvPr>
          <p:cNvPicPr>
            <a:picLocks noGrp="1" noChangeAspect="1" noChangeArrowheads="1"/>
          </p:cNvPicPr>
          <p:nvPr>
            <p:ph type="pic" sz="quarter" idx="11"/>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324" b="6324"/>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6">
            <a:extLst>
              <a:ext uri="{FF2B5EF4-FFF2-40B4-BE49-F238E27FC236}">
                <a16:creationId xmlns:a16="http://schemas.microsoft.com/office/drawing/2014/main" id="{70A75E27-8163-291D-EC36-D20A7829AA20}"/>
              </a:ext>
            </a:extLst>
          </p:cNvPr>
          <p:cNvSpPr>
            <a:spLocks noGrp="1"/>
          </p:cNvSpPr>
          <p:nvPr>
            <p:ph type="body" sz="quarter" idx="13"/>
          </p:nvPr>
        </p:nvSpPr>
        <p:spPr/>
        <p:txBody>
          <a:bodyPr/>
          <a:lstStyle/>
          <a:p>
            <a:pPr marL="0" indent="0">
              <a:buNone/>
            </a:pPr>
            <a:r>
              <a:rPr lang="en-US" b="0" dirty="0">
                <a:latin typeface="Calibri" panose="020F0502020204030204" pitchFamily="34" charset="0"/>
                <a:cs typeface="Calibri" panose="020F0502020204030204" pitchFamily="34" charset="0"/>
              </a:rPr>
              <a:t>Future Focused Leadership </a:t>
            </a:r>
            <a:r>
              <a:rPr lang="en-US" b="0" dirty="0">
                <a:solidFill>
                  <a:srgbClr val="00B050"/>
                </a:solidFill>
                <a:latin typeface="Calibri" panose="020F0502020204030204" pitchFamily="34" charset="0"/>
                <a:cs typeface="Calibri" panose="020F0502020204030204" pitchFamily="34" charset="0"/>
              </a:rPr>
              <a:t>| </a:t>
            </a:r>
            <a:r>
              <a:rPr lang="en-US" b="0" dirty="0">
                <a:latin typeface="Calibri" panose="020F0502020204030204" pitchFamily="34" charset="0"/>
                <a:cs typeface="Calibri" panose="020F0502020204030204" pitchFamily="34" charset="0"/>
              </a:rPr>
              <a:t>Strategy = Innovation Scenario Planning  Leading Change &amp; Creating a Movement </a:t>
            </a:r>
          </a:p>
          <a:p>
            <a:endParaRPr lang="en-GB" dirty="0"/>
          </a:p>
        </p:txBody>
      </p:sp>
      <p:sp>
        <p:nvSpPr>
          <p:cNvPr id="5" name="Text Placeholder 4">
            <a:extLst>
              <a:ext uri="{FF2B5EF4-FFF2-40B4-BE49-F238E27FC236}">
                <a16:creationId xmlns:a16="http://schemas.microsoft.com/office/drawing/2014/main" id="{76B93809-A255-758F-6FB4-778E43592194}"/>
              </a:ext>
            </a:extLst>
          </p:cNvPr>
          <p:cNvSpPr>
            <a:spLocks noGrp="1"/>
          </p:cNvSpPr>
          <p:nvPr>
            <p:ph type="body" sz="quarter" idx="15"/>
          </p:nvPr>
        </p:nvSpPr>
        <p:spPr/>
        <p:txBody>
          <a:bodyPr/>
          <a:lstStyle/>
          <a:p>
            <a:r>
              <a:rPr lang="en-US" dirty="0"/>
              <a:t>Masters of Law in Intellectual Property and International Organizations </a:t>
            </a:r>
          </a:p>
          <a:p>
            <a:r>
              <a:rPr lang="en-US" dirty="0"/>
              <a:t>MBA, Innovation, Theseus International Management Institute in Sophia Antipolis, France </a:t>
            </a:r>
          </a:p>
          <a:p>
            <a:endParaRPr lang="en-IN" dirty="0"/>
          </a:p>
        </p:txBody>
      </p:sp>
      <p:sp>
        <p:nvSpPr>
          <p:cNvPr id="6" name="Text Placeholder 5">
            <a:extLst>
              <a:ext uri="{FF2B5EF4-FFF2-40B4-BE49-F238E27FC236}">
                <a16:creationId xmlns:a16="http://schemas.microsoft.com/office/drawing/2014/main" id="{67245FAB-6CB0-1D29-F0FF-DD4BC19AAA55}"/>
              </a:ext>
            </a:extLst>
          </p:cNvPr>
          <p:cNvSpPr>
            <a:spLocks noGrp="1"/>
          </p:cNvSpPr>
          <p:nvPr>
            <p:ph type="body" sz="quarter" idx="16"/>
          </p:nvPr>
        </p:nvSpPr>
        <p:spPr/>
        <p:txBody>
          <a:bodyPr/>
          <a:lstStyle/>
          <a:p>
            <a:r>
              <a:rPr lang="en-IN" dirty="0"/>
              <a:t>Boston, USA / Nice, France</a:t>
            </a:r>
          </a:p>
        </p:txBody>
      </p:sp>
      <p:sp>
        <p:nvSpPr>
          <p:cNvPr id="16" name="Text Placeholder 15">
            <a:extLst>
              <a:ext uri="{FF2B5EF4-FFF2-40B4-BE49-F238E27FC236}">
                <a16:creationId xmlns:a16="http://schemas.microsoft.com/office/drawing/2014/main" id="{57DE3D8C-DF19-9771-AABD-AF56F0A5D836}"/>
              </a:ext>
            </a:extLst>
          </p:cNvPr>
          <p:cNvSpPr>
            <a:spLocks noGrp="1"/>
          </p:cNvSpPr>
          <p:nvPr>
            <p:ph type="body" sz="quarter" idx="17"/>
          </p:nvPr>
        </p:nvSpPr>
        <p:spPr/>
        <p:txBody>
          <a:bodyPr/>
          <a:lstStyle/>
          <a:p>
            <a:r>
              <a:rPr lang="en-GB"/>
              <a:t>Maarten Asser</a:t>
            </a:r>
            <a:endParaRPr lang="en-GB" dirty="0"/>
          </a:p>
        </p:txBody>
      </p:sp>
      <p:sp>
        <p:nvSpPr>
          <p:cNvPr id="11" name="Text Placeholder 10">
            <a:extLst>
              <a:ext uri="{FF2B5EF4-FFF2-40B4-BE49-F238E27FC236}">
                <a16:creationId xmlns:a16="http://schemas.microsoft.com/office/drawing/2014/main" id="{BD1F0024-EFE4-F461-9EA8-BB41EE657DAD}"/>
              </a:ext>
            </a:extLst>
          </p:cNvPr>
          <p:cNvSpPr>
            <a:spLocks noGrp="1"/>
          </p:cNvSpPr>
          <p:nvPr>
            <p:ph type="body" sz="quarter" idx="18"/>
          </p:nvPr>
        </p:nvSpPr>
        <p:spPr/>
        <p:txBody>
          <a:bodyPr/>
          <a:lstStyle/>
          <a:p>
            <a:r>
              <a:rPr lang="en-US" dirty="0"/>
              <a:t>Faculty and coach</a:t>
            </a:r>
          </a:p>
          <a:p>
            <a:r>
              <a:rPr lang="en-US" dirty="0"/>
              <a:t>Adjunct Faculty in Executive Development, Tuck School of Business, Dartmouth University</a:t>
            </a:r>
          </a:p>
        </p:txBody>
      </p:sp>
      <p:sp>
        <p:nvSpPr>
          <p:cNvPr id="10" name="Text Placeholder 9">
            <a:extLst>
              <a:ext uri="{FF2B5EF4-FFF2-40B4-BE49-F238E27FC236}">
                <a16:creationId xmlns:a16="http://schemas.microsoft.com/office/drawing/2014/main" id="{C2958FC4-2E76-ED7D-1C89-CBD70E4ADEFA}"/>
              </a:ext>
            </a:extLst>
          </p:cNvPr>
          <p:cNvSpPr>
            <a:spLocks noGrp="1"/>
          </p:cNvSpPr>
          <p:nvPr>
            <p:ph type="body" sz="quarter" idx="21"/>
          </p:nvPr>
        </p:nvSpPr>
        <p:spPr>
          <a:xfrm>
            <a:off x="2830295" y="2026704"/>
            <a:ext cx="7220166" cy="2126497"/>
          </a:xfrm>
        </p:spPr>
        <p:txBody>
          <a:bodyPr/>
          <a:lstStyle/>
          <a:p>
            <a:r>
              <a:rPr lang="en-US" dirty="0"/>
              <a:t>An Intellectual Property Lawyer turned Organizational Change and Leadership Development Consultant and Executive Coach. For over 12 years led the team at Trompenaars-Hampden-Turner (THT) Intercultural Management Consulting in the United States, based in Cambridge, Massachusetts.  Now, he designs, develops, and facilitates leadership and executive development and action learning programs and engages in consulting projects in the area of cross-cultural competence, integration, strategic cultural alignment, and executive team facilitation through effective communication and decision making</a:t>
            </a:r>
          </a:p>
          <a:p>
            <a:r>
              <a:rPr lang="en-US" dirty="0"/>
              <a:t>Teaches in Executive Education Programs at </a:t>
            </a:r>
            <a:r>
              <a:rPr lang="en-US" b="1" dirty="0"/>
              <a:t>Tuck School of Business</a:t>
            </a:r>
            <a:r>
              <a:rPr lang="en-US" dirty="0"/>
              <a:t>, </a:t>
            </a:r>
            <a:r>
              <a:rPr lang="en-US" b="1" dirty="0"/>
              <a:t>Emeritus</a:t>
            </a:r>
            <a:r>
              <a:rPr lang="en-US" dirty="0"/>
              <a:t>, </a:t>
            </a:r>
            <a:r>
              <a:rPr lang="en-US" b="1" dirty="0"/>
              <a:t>The Indian School of Business</a:t>
            </a:r>
            <a:r>
              <a:rPr lang="en-US" dirty="0"/>
              <a:t>, </a:t>
            </a:r>
            <a:r>
              <a:rPr lang="en-US" b="1" dirty="0"/>
              <a:t>Duke Corporate Education</a:t>
            </a:r>
            <a:r>
              <a:rPr lang="en-US" dirty="0"/>
              <a:t>, Nova SBE (Lisbon-Portugal), and </a:t>
            </a:r>
            <a:r>
              <a:rPr lang="en-US" b="1" dirty="0"/>
              <a:t>Sasin School of Management </a:t>
            </a:r>
            <a:r>
              <a:rPr lang="en-US" dirty="0"/>
              <a:t>(Bangkok-Thailand). Has been visiting faculty at IPADE in Mexico, Harvard Business School, and Columbia University's Graduate School of Business. Co-author of “</a:t>
            </a:r>
            <a:r>
              <a:rPr lang="en-US" b="1" dirty="0"/>
              <a:t>The Global M&amp;A Tango: Cross Cultural Dimensions of Mergers</a:t>
            </a:r>
            <a:r>
              <a:rPr lang="en-US" dirty="0"/>
              <a:t>” and “Acquisitions and 21 Leaders for the 21st Century”. 10 years in the international scientific, technical, and medical publishing industry</a:t>
            </a:r>
          </a:p>
          <a:p>
            <a:pPr marL="0" indent="0" algn="just">
              <a:buNone/>
            </a:pPr>
            <a:r>
              <a:rPr lang="en-US" b="1" dirty="0"/>
              <a:t>Industry specific experience as a practitioner and/or educator across globe:</a:t>
            </a:r>
            <a:endParaRPr lang="en-IN" b="1" dirty="0"/>
          </a:p>
        </p:txBody>
      </p:sp>
      <p:sp>
        <p:nvSpPr>
          <p:cNvPr id="8" name="Text Placeholder 7">
            <a:extLst>
              <a:ext uri="{FF2B5EF4-FFF2-40B4-BE49-F238E27FC236}">
                <a16:creationId xmlns:a16="http://schemas.microsoft.com/office/drawing/2014/main" id="{6A783931-B6C7-8408-1F79-8A7D45E935D5}"/>
              </a:ext>
            </a:extLst>
          </p:cNvPr>
          <p:cNvSpPr>
            <a:spLocks noGrp="1"/>
          </p:cNvSpPr>
          <p:nvPr>
            <p:ph type="body" sz="quarter" idx="22"/>
          </p:nvPr>
        </p:nvSpPr>
        <p:spPr>
          <a:xfrm>
            <a:off x="346550" y="3487171"/>
            <a:ext cx="2449311" cy="2774187"/>
          </a:xfrm>
        </p:spPr>
        <p:txBody>
          <a:bodyPr/>
          <a:lstStyle/>
          <a:p>
            <a:pPr marL="0" indent="0">
              <a:buNone/>
            </a:pPr>
            <a:r>
              <a:rPr lang="en-US" sz="1050" dirty="0"/>
              <a:t>Adaptive &amp; Resilient Leadership Resilient Organizations </a:t>
            </a:r>
            <a:r>
              <a:rPr lang="en-MY" sz="1050" dirty="0">
                <a:solidFill>
                  <a:srgbClr val="00BE6D"/>
                </a:solidFill>
              </a:rPr>
              <a:t>|</a:t>
            </a:r>
            <a:r>
              <a:rPr lang="en-MY" sz="1050" dirty="0">
                <a:solidFill>
                  <a:srgbClr val="FFFFFF"/>
                </a:solidFill>
              </a:rPr>
              <a:t> </a:t>
            </a:r>
            <a:r>
              <a:rPr lang="en-US" sz="1050" dirty="0"/>
              <a:t>Global Leadership &amp; Intercultural Competence </a:t>
            </a:r>
            <a:r>
              <a:rPr lang="en-US" sz="1050" b="1" dirty="0">
                <a:solidFill>
                  <a:srgbClr val="00B050"/>
                </a:solidFill>
              </a:rPr>
              <a:t>|</a:t>
            </a:r>
            <a:r>
              <a:rPr lang="en-US" sz="1050" dirty="0"/>
              <a:t> Organizational &amp; Leadership Tensions Turning Tensions into Value </a:t>
            </a:r>
            <a:r>
              <a:rPr lang="en-MY" sz="1050" dirty="0">
                <a:solidFill>
                  <a:srgbClr val="00BE6D"/>
                </a:solidFill>
              </a:rPr>
              <a:t>|</a:t>
            </a:r>
            <a:r>
              <a:rPr lang="en-MY" sz="1050" dirty="0">
                <a:solidFill>
                  <a:srgbClr val="FFFFFF"/>
                </a:solidFill>
              </a:rPr>
              <a:t> </a:t>
            </a:r>
            <a:r>
              <a:rPr lang="en-US" sz="1050" dirty="0"/>
              <a:t>Dilemma Management Action Learning Programs </a:t>
            </a:r>
            <a:r>
              <a:rPr lang="en-MY" sz="1050" dirty="0">
                <a:solidFill>
                  <a:srgbClr val="00BE6D"/>
                </a:solidFill>
              </a:rPr>
              <a:t>|</a:t>
            </a:r>
            <a:r>
              <a:rPr lang="en-MY" sz="1050" dirty="0">
                <a:solidFill>
                  <a:srgbClr val="FFFFFF"/>
                </a:solidFill>
              </a:rPr>
              <a:t> </a:t>
            </a:r>
            <a:r>
              <a:rPr lang="en-US" sz="1050" dirty="0"/>
              <a:t>High Performance Teamwork Organizational Cultural Intelligence Learning Process Improvement</a:t>
            </a:r>
            <a:endParaRPr lang="en-IN" sz="1050" dirty="0"/>
          </a:p>
          <a:p>
            <a:pPr marL="0" indent="0">
              <a:buNone/>
            </a:pPr>
            <a:r>
              <a:rPr lang="en-US" dirty="0"/>
              <a:t> </a:t>
            </a:r>
            <a:endParaRPr lang="en-GB" dirty="0"/>
          </a:p>
        </p:txBody>
      </p:sp>
      <p:sp>
        <p:nvSpPr>
          <p:cNvPr id="13" name="Rectangle: Rounded Corners 12">
            <a:hlinkClick r:id="rId5"/>
            <a:extLst>
              <a:ext uri="{FF2B5EF4-FFF2-40B4-BE49-F238E27FC236}">
                <a16:creationId xmlns:a16="http://schemas.microsoft.com/office/drawing/2014/main" id="{4C3D850F-8FE6-462E-D222-4C91FFC00C25}"/>
              </a:ext>
            </a:extLst>
          </p:cNvPr>
          <p:cNvSpPr/>
          <p:nvPr/>
        </p:nvSpPr>
        <p:spPr>
          <a:xfrm>
            <a:off x="10305770" y="2778917"/>
            <a:ext cx="1425388" cy="350520"/>
          </a:xfrm>
          <a:prstGeom prst="roundRect">
            <a:avLst>
              <a:gd name="adj" fmla="val 50000"/>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Click to view</a:t>
            </a:r>
          </a:p>
        </p:txBody>
      </p:sp>
      <p:sp>
        <p:nvSpPr>
          <p:cNvPr id="14" name="Rectangle: Rounded Corners 13">
            <a:hlinkClick r:id="rId6"/>
            <a:extLst>
              <a:ext uri="{FF2B5EF4-FFF2-40B4-BE49-F238E27FC236}">
                <a16:creationId xmlns:a16="http://schemas.microsoft.com/office/drawing/2014/main" id="{E2256978-FD7C-6920-0065-FD6084C235DD}"/>
              </a:ext>
            </a:extLst>
          </p:cNvPr>
          <p:cNvSpPr/>
          <p:nvPr/>
        </p:nvSpPr>
        <p:spPr>
          <a:xfrm>
            <a:off x="10305770" y="3289989"/>
            <a:ext cx="1425388" cy="350520"/>
          </a:xfrm>
          <a:prstGeom prst="roundRect">
            <a:avLst>
              <a:gd name="adj" fmla="val 50000"/>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Click to view</a:t>
            </a:r>
          </a:p>
        </p:txBody>
      </p:sp>
      <p:sp>
        <p:nvSpPr>
          <p:cNvPr id="15" name="Rectangle: Rounded Corners 14">
            <a:hlinkClick r:id="rId7"/>
            <a:extLst>
              <a:ext uri="{FF2B5EF4-FFF2-40B4-BE49-F238E27FC236}">
                <a16:creationId xmlns:a16="http://schemas.microsoft.com/office/drawing/2014/main" id="{9F517FFD-1245-DCFB-FD32-F4C28FDFFDE8}"/>
              </a:ext>
            </a:extLst>
          </p:cNvPr>
          <p:cNvSpPr/>
          <p:nvPr/>
        </p:nvSpPr>
        <p:spPr>
          <a:xfrm>
            <a:off x="10336868" y="3802681"/>
            <a:ext cx="1425388" cy="350520"/>
          </a:xfrm>
          <a:prstGeom prst="roundRect">
            <a:avLst>
              <a:gd name="adj" fmla="val 50000"/>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Click to view</a:t>
            </a:r>
          </a:p>
        </p:txBody>
      </p:sp>
      <p:pic>
        <p:nvPicPr>
          <p:cNvPr id="1028" name="Picture 4" descr="Buy The Global M&amp;A Tango: How to Reconcile Cultural Differences in Mergers,  Acquisitions, and Strategic Partnerships Book Online at Low Prices in India  | The Global M&amp;A Tango: How to Reconcile Cultural">
            <a:extLst>
              <a:ext uri="{FF2B5EF4-FFF2-40B4-BE49-F238E27FC236}">
                <a16:creationId xmlns:a16="http://schemas.microsoft.com/office/drawing/2014/main" id="{E133411F-D2B4-CC70-D2CD-CE7078E2994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420537" y="245360"/>
            <a:ext cx="1195854" cy="1947997"/>
          </a:xfrm>
          <a:prstGeom prst="rect">
            <a:avLst/>
          </a:prstGeom>
          <a:noFill/>
          <a:effectLst>
            <a:outerShdw dist="38100" dir="2700000" sx="102000" sy="102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Graphic 19">
            <a:extLst>
              <a:ext uri="{FF2B5EF4-FFF2-40B4-BE49-F238E27FC236}">
                <a16:creationId xmlns:a16="http://schemas.microsoft.com/office/drawing/2014/main" id="{CA7EC05F-435F-7743-10F3-56EE543A0F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16600" y="4626001"/>
            <a:ext cx="1286435" cy="432935"/>
          </a:xfrm>
          <a:prstGeom prst="rect">
            <a:avLst/>
          </a:prstGeom>
        </p:spPr>
      </p:pic>
      <p:pic>
        <p:nvPicPr>
          <p:cNvPr id="23" name="Graphic 22">
            <a:extLst>
              <a:ext uri="{FF2B5EF4-FFF2-40B4-BE49-F238E27FC236}">
                <a16:creationId xmlns:a16="http://schemas.microsoft.com/office/drawing/2014/main" id="{320A921A-EE40-A171-2D8C-378882675F5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62884" y="5811632"/>
            <a:ext cx="942223" cy="422757"/>
          </a:xfrm>
          <a:prstGeom prst="rect">
            <a:avLst/>
          </a:prstGeom>
        </p:spPr>
      </p:pic>
      <p:pic>
        <p:nvPicPr>
          <p:cNvPr id="1030" name="Picture 6" descr="ISB Logo">
            <a:extLst>
              <a:ext uri="{FF2B5EF4-FFF2-40B4-BE49-F238E27FC236}">
                <a16:creationId xmlns:a16="http://schemas.microsoft.com/office/drawing/2014/main" id="{C014A1AC-48A9-44B8-AE4D-556FAE6DEF03}"/>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203" t="13733" r="1019" b="14599"/>
          <a:stretch/>
        </p:blipFill>
        <p:spPr bwMode="auto">
          <a:xfrm>
            <a:off x="10804264" y="5136693"/>
            <a:ext cx="1138556" cy="46330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A293D9A2-37B8-7D70-1CAD-0AE021AFE0F5}"/>
              </a:ext>
            </a:extLst>
          </p:cNvPr>
          <p:cNvGraphicFramePr>
            <a:graphicFrameLocks noGrp="1"/>
          </p:cNvGraphicFramePr>
          <p:nvPr>
            <p:extLst>
              <p:ext uri="{D42A27DB-BD31-4B8C-83A1-F6EECF244321}">
                <p14:modId xmlns:p14="http://schemas.microsoft.com/office/powerpoint/2010/main" val="4107378547"/>
              </p:ext>
            </p:extLst>
          </p:nvPr>
        </p:nvGraphicFramePr>
        <p:xfrm>
          <a:off x="2778733" y="4192295"/>
          <a:ext cx="7220166" cy="2703401"/>
        </p:xfrm>
        <a:graphic>
          <a:graphicData uri="http://schemas.openxmlformats.org/drawingml/2006/table">
            <a:tbl>
              <a:tblPr firstRow="1" bandRow="1">
                <a:tableStyleId>{073A0DAA-6AF3-43AB-8588-CEC1D06C72B9}</a:tableStyleId>
              </a:tblPr>
              <a:tblGrid>
                <a:gridCol w="2555267">
                  <a:extLst>
                    <a:ext uri="{9D8B030D-6E8A-4147-A177-3AD203B41FA5}">
                      <a16:colId xmlns:a16="http://schemas.microsoft.com/office/drawing/2014/main" val="3279576141"/>
                    </a:ext>
                  </a:extLst>
                </a:gridCol>
                <a:gridCol w="4664899">
                  <a:extLst>
                    <a:ext uri="{9D8B030D-6E8A-4147-A177-3AD203B41FA5}">
                      <a16:colId xmlns:a16="http://schemas.microsoft.com/office/drawing/2014/main" val="906309542"/>
                    </a:ext>
                  </a:extLst>
                </a:gridCol>
              </a:tblGrid>
              <a:tr h="246578">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Industry</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6350" cap="flat" cmpd="sng" algn="ctr">
                      <a:solidFill>
                        <a:schemeClr val="tx2"/>
                      </a:solidFill>
                      <a:prstDash val="sysDot"/>
                      <a:round/>
                      <a:headEnd type="none" w="med" len="med"/>
                      <a:tailEnd type="none" w="med" len="med"/>
                    </a:lnR>
                    <a:lnT w="12700" cmpd="sng">
                      <a:noFill/>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Companies</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6350" cap="flat" cmpd="sng" algn="ctr">
                      <a:solidFill>
                        <a:schemeClr val="tx2"/>
                      </a:solidFill>
                      <a:prstDash val="sysDot"/>
                      <a:round/>
                      <a:headEnd type="none" w="med" len="med"/>
                      <a:tailEnd type="none" w="med" len="med"/>
                    </a:lnL>
                    <a:lnR w="12700" cmpd="sng">
                      <a:noFill/>
                    </a:lnR>
                    <a:lnT w="12700" cmpd="sng">
                      <a:noFill/>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578974502"/>
                  </a:ext>
                </a:extLst>
              </a:tr>
              <a:tr h="276238">
                <a:tc>
                  <a:txBody>
                    <a:bodyPr/>
                    <a:lstStyle/>
                    <a:p>
                      <a:r>
                        <a:rPr lang="en-US" sz="1100" i="1" dirty="0">
                          <a:solidFill>
                            <a:schemeClr val="bg2"/>
                          </a:solidFill>
                          <a:latin typeface="Calibri" panose="020F0502020204030204" pitchFamily="34" charset="0"/>
                          <a:ea typeface="Calibri" panose="020F0502020204030204" pitchFamily="34" charset="0"/>
                          <a:cs typeface="Calibri" panose="020F0502020204030204" pitchFamily="34" charset="0"/>
                        </a:rPr>
                        <a:t>Pharma &amp; Biotech</a:t>
                      </a:r>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Novartis, UCB, Genzyme</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283149653"/>
                  </a:ext>
                </a:extLst>
              </a:tr>
              <a:tr h="523157">
                <a:tc>
                  <a:txBody>
                    <a:bodyPr/>
                    <a:lstStyle/>
                    <a:p>
                      <a:r>
                        <a:rPr lang="en-US" sz="1100" i="1" dirty="0">
                          <a:solidFill>
                            <a:schemeClr val="bg2"/>
                          </a:solidFill>
                          <a:latin typeface="Calibri" panose="020F0502020204030204" pitchFamily="34" charset="0"/>
                          <a:ea typeface="Calibri" panose="020F0502020204030204" pitchFamily="34" charset="0"/>
                          <a:cs typeface="Calibri" panose="020F0502020204030204" pitchFamily="34" charset="0"/>
                        </a:rPr>
                        <a:t>IT &amp; Technology</a:t>
                      </a:r>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Corning, Intel, IBM, GENPACT</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123313657"/>
                  </a:ext>
                </a:extLst>
              </a:tr>
              <a:tr h="276238">
                <a:tc>
                  <a:txBody>
                    <a:bodyPr/>
                    <a:lstStyle/>
                    <a:p>
                      <a:r>
                        <a:rPr lang="en-US" sz="1100" i="1" dirty="0">
                          <a:solidFill>
                            <a:schemeClr val="bg2"/>
                          </a:solidFill>
                          <a:latin typeface="Calibri" panose="020F0502020204030204" pitchFamily="34" charset="0"/>
                          <a:ea typeface="Calibri" panose="020F0502020204030204" pitchFamily="34" charset="0"/>
                          <a:cs typeface="Calibri" panose="020F0502020204030204" pitchFamily="34" charset="0"/>
                        </a:rPr>
                        <a:t>Telecommunications &amp; Media</a:t>
                      </a:r>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Telenor, Thomson Reuters</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40510609"/>
                  </a:ext>
                </a:extLst>
              </a:tr>
              <a:tr h="276238">
                <a:tc>
                  <a:txBody>
                    <a:bodyPr/>
                    <a:lstStyle/>
                    <a:p>
                      <a:r>
                        <a:rPr lang="en-US" sz="1100" i="1" dirty="0">
                          <a:solidFill>
                            <a:schemeClr val="bg2"/>
                          </a:solidFill>
                          <a:latin typeface="Calibri" panose="020F0502020204030204" pitchFamily="34" charset="0"/>
                          <a:ea typeface="Calibri" panose="020F0502020204030204" pitchFamily="34" charset="0"/>
                          <a:cs typeface="Calibri" panose="020F0502020204030204" pitchFamily="34" charset="0"/>
                        </a:rPr>
                        <a:t>Banking &amp; Finance</a:t>
                      </a:r>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Goldman Sachs, ABN AMRO, HSBC, SCB, ING</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121110521"/>
                  </a:ext>
                </a:extLst>
              </a:tr>
              <a:tr h="276238">
                <a:tc>
                  <a:txBody>
                    <a:bodyPr/>
                    <a:lstStyle/>
                    <a:p>
                      <a:r>
                        <a:rPr lang="en-US" sz="1100" i="1" dirty="0">
                          <a:solidFill>
                            <a:schemeClr val="bg2"/>
                          </a:solidFill>
                          <a:latin typeface="Calibri" panose="020F0502020204030204" pitchFamily="34" charset="0"/>
                          <a:ea typeface="Calibri" panose="020F0502020204030204" pitchFamily="34" charset="0"/>
                          <a:cs typeface="Calibri" panose="020F0502020204030204" pitchFamily="34" charset="0"/>
                        </a:rPr>
                        <a:t>Government</a:t>
                      </a:r>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Dubai Govt.</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868476575"/>
                  </a:ext>
                </a:extLst>
              </a:tr>
              <a:tr h="276238">
                <a:tc>
                  <a:txBody>
                    <a:bodyPr/>
                    <a:lstStyle/>
                    <a:p>
                      <a:r>
                        <a:rPr lang="en-US" sz="1100" i="1" dirty="0">
                          <a:solidFill>
                            <a:schemeClr val="bg2"/>
                          </a:solidFill>
                          <a:latin typeface="Calibri" panose="020F0502020204030204" pitchFamily="34" charset="0"/>
                          <a:ea typeface="Calibri" panose="020F0502020204030204" pitchFamily="34" charset="0"/>
                          <a:cs typeface="Calibri" panose="020F0502020204030204" pitchFamily="34" charset="0"/>
                        </a:rPr>
                        <a:t>Manufacturing</a:t>
                      </a:r>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Tata &amp; Sons, Mahindra, Aditya Birla Group</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619655953"/>
                  </a:ext>
                </a:extLst>
              </a:tr>
              <a:tr h="276238">
                <a:tc>
                  <a:txBody>
                    <a:bodyPr/>
                    <a:lstStyle/>
                    <a:p>
                      <a:r>
                        <a:rPr lang="en-US" sz="1100" i="1" dirty="0">
                          <a:solidFill>
                            <a:schemeClr val="bg2"/>
                          </a:solidFill>
                          <a:latin typeface="Calibri" panose="020F0502020204030204" pitchFamily="34" charset="0"/>
                          <a:ea typeface="Calibri" panose="020F0502020204030204" pitchFamily="34" charset="0"/>
                          <a:cs typeface="Calibri" panose="020F0502020204030204" pitchFamily="34" charset="0"/>
                        </a:rPr>
                        <a:t>Energy</a:t>
                      </a:r>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Hydro</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836236891"/>
                  </a:ext>
                </a:extLst>
              </a:tr>
              <a:tr h="276238">
                <a:tc>
                  <a:txBody>
                    <a:bodyPr/>
                    <a:lstStyle/>
                    <a:p>
                      <a:r>
                        <a:rPr lang="en-US" sz="1100" i="1" dirty="0">
                          <a:solidFill>
                            <a:schemeClr val="bg2"/>
                          </a:solidFill>
                          <a:latin typeface="Calibri" panose="020F0502020204030204" pitchFamily="34" charset="0"/>
                          <a:ea typeface="Calibri" panose="020F0502020204030204" pitchFamily="34" charset="0"/>
                          <a:cs typeface="Calibri" panose="020F0502020204030204" pitchFamily="34" charset="0"/>
                        </a:rPr>
                        <a:t>Food Processing &amp; Hotel</a:t>
                      </a:r>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r>
                        <a:rPr lang="en-US" sz="1100" dirty="0" err="1">
                          <a:latin typeface="Calibri" panose="020F0502020204030204" pitchFamily="34" charset="0"/>
                          <a:ea typeface="Calibri" panose="020F0502020204030204" pitchFamily="34" charset="0"/>
                          <a:cs typeface="Calibri" panose="020F0502020204030204" pitchFamily="34" charset="0"/>
                        </a:rPr>
                        <a:t>Campofrio</a:t>
                      </a:r>
                      <a:r>
                        <a:rPr lang="en-US" sz="1100" dirty="0">
                          <a:latin typeface="Calibri" panose="020F0502020204030204" pitchFamily="34" charset="0"/>
                          <a:ea typeface="Calibri" panose="020F0502020204030204" pitchFamily="34" charset="0"/>
                          <a:cs typeface="Calibri" panose="020F0502020204030204" pitchFamily="34" charset="0"/>
                        </a:rPr>
                        <a:t>, DSM, Starwood Hotels</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82030508"/>
                  </a:ext>
                </a:extLst>
              </a:tr>
            </a:tbl>
          </a:graphicData>
        </a:graphic>
      </p:graphicFrame>
    </p:spTree>
    <p:extLst>
      <p:ext uri="{BB962C8B-B14F-4D97-AF65-F5344CB8AC3E}">
        <p14:creationId xmlns:p14="http://schemas.microsoft.com/office/powerpoint/2010/main" val="291689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EFD78-67A9-0692-23B7-FCB68120F13B}"/>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71B3FAD7-D29F-9D2E-A61E-724D28C10719}"/>
              </a:ext>
            </a:extLst>
          </p:cNvPr>
          <p:cNvSpPr>
            <a:spLocks noGrp="1"/>
          </p:cNvSpPr>
          <p:nvPr>
            <p:ph type="body" sz="quarter" idx="13"/>
          </p:nvPr>
        </p:nvSpPr>
        <p:spPr/>
        <p:txBody>
          <a:bodyPr/>
          <a:lstStyle/>
          <a:p>
            <a:pPr marL="0" indent="0">
              <a:buNone/>
            </a:pPr>
            <a:r>
              <a:rPr lang="en-US" b="0" dirty="0">
                <a:latin typeface="Calibri" panose="020F0502020204030204" pitchFamily="34" charset="0"/>
                <a:cs typeface="Calibri" panose="020F0502020204030204" pitchFamily="34" charset="0"/>
              </a:rPr>
              <a:t>XXXX</a:t>
            </a:r>
          </a:p>
          <a:p>
            <a:endParaRPr lang="en-GB" dirty="0"/>
          </a:p>
        </p:txBody>
      </p:sp>
      <p:sp>
        <p:nvSpPr>
          <p:cNvPr id="5" name="Text Placeholder 4">
            <a:extLst>
              <a:ext uri="{FF2B5EF4-FFF2-40B4-BE49-F238E27FC236}">
                <a16:creationId xmlns:a16="http://schemas.microsoft.com/office/drawing/2014/main" id="{934D3E03-8A9C-F0B8-C52D-4DE2C428FB03}"/>
              </a:ext>
            </a:extLst>
          </p:cNvPr>
          <p:cNvSpPr>
            <a:spLocks noGrp="1"/>
          </p:cNvSpPr>
          <p:nvPr>
            <p:ph type="body" sz="quarter" idx="15"/>
          </p:nvPr>
        </p:nvSpPr>
        <p:spPr/>
        <p:txBody>
          <a:bodyPr/>
          <a:lstStyle/>
          <a:p>
            <a:r>
              <a:rPr lang="en-US" dirty="0"/>
              <a:t>XXXX</a:t>
            </a:r>
          </a:p>
          <a:p>
            <a:r>
              <a:rPr lang="en-US" dirty="0"/>
              <a:t>XXXX</a:t>
            </a:r>
          </a:p>
          <a:p>
            <a:endParaRPr lang="en-IN" dirty="0"/>
          </a:p>
        </p:txBody>
      </p:sp>
      <p:sp>
        <p:nvSpPr>
          <p:cNvPr id="6" name="Text Placeholder 5">
            <a:extLst>
              <a:ext uri="{FF2B5EF4-FFF2-40B4-BE49-F238E27FC236}">
                <a16:creationId xmlns:a16="http://schemas.microsoft.com/office/drawing/2014/main" id="{80315E02-7310-FD10-45AA-2CC78D0305A7}"/>
              </a:ext>
            </a:extLst>
          </p:cNvPr>
          <p:cNvSpPr>
            <a:spLocks noGrp="1"/>
          </p:cNvSpPr>
          <p:nvPr>
            <p:ph type="body" sz="quarter" idx="16"/>
          </p:nvPr>
        </p:nvSpPr>
        <p:spPr/>
        <p:txBody>
          <a:bodyPr/>
          <a:lstStyle/>
          <a:p>
            <a:r>
              <a:rPr lang="en-US" dirty="0"/>
              <a:t>L</a:t>
            </a:r>
            <a:r>
              <a:rPr lang="en-IN" dirty="0" err="1"/>
              <a:t>ocation</a:t>
            </a:r>
            <a:endParaRPr lang="en-IN" dirty="0"/>
          </a:p>
        </p:txBody>
      </p:sp>
      <p:sp>
        <p:nvSpPr>
          <p:cNvPr id="16" name="Text Placeholder 15">
            <a:extLst>
              <a:ext uri="{FF2B5EF4-FFF2-40B4-BE49-F238E27FC236}">
                <a16:creationId xmlns:a16="http://schemas.microsoft.com/office/drawing/2014/main" id="{CEA3AEDA-84FF-DF15-AD4F-7FB1723A4B7B}"/>
              </a:ext>
            </a:extLst>
          </p:cNvPr>
          <p:cNvSpPr>
            <a:spLocks noGrp="1"/>
          </p:cNvSpPr>
          <p:nvPr>
            <p:ph type="body" sz="quarter" idx="17"/>
          </p:nvPr>
        </p:nvSpPr>
        <p:spPr/>
        <p:txBody>
          <a:bodyPr/>
          <a:lstStyle/>
          <a:p>
            <a:r>
              <a:rPr lang="en-GB" dirty="0"/>
              <a:t>Name</a:t>
            </a:r>
          </a:p>
        </p:txBody>
      </p:sp>
      <p:sp>
        <p:nvSpPr>
          <p:cNvPr id="11" name="Text Placeholder 10">
            <a:extLst>
              <a:ext uri="{FF2B5EF4-FFF2-40B4-BE49-F238E27FC236}">
                <a16:creationId xmlns:a16="http://schemas.microsoft.com/office/drawing/2014/main" id="{8807C47B-6DA9-DF3E-9C72-D227289609D8}"/>
              </a:ext>
            </a:extLst>
          </p:cNvPr>
          <p:cNvSpPr>
            <a:spLocks noGrp="1"/>
          </p:cNvSpPr>
          <p:nvPr>
            <p:ph type="body" sz="quarter" idx="18"/>
          </p:nvPr>
        </p:nvSpPr>
        <p:spPr/>
        <p:txBody>
          <a:bodyPr/>
          <a:lstStyle/>
          <a:p>
            <a:r>
              <a:rPr lang="en-US" dirty="0"/>
              <a:t>Current/Former Positions with strong brands and meaningful titles</a:t>
            </a:r>
          </a:p>
        </p:txBody>
      </p:sp>
      <p:sp>
        <p:nvSpPr>
          <p:cNvPr id="10" name="Text Placeholder 9">
            <a:extLst>
              <a:ext uri="{FF2B5EF4-FFF2-40B4-BE49-F238E27FC236}">
                <a16:creationId xmlns:a16="http://schemas.microsoft.com/office/drawing/2014/main" id="{9F3811E6-8503-2035-D4B7-EC9A4038BB77}"/>
              </a:ext>
            </a:extLst>
          </p:cNvPr>
          <p:cNvSpPr>
            <a:spLocks noGrp="1"/>
          </p:cNvSpPr>
          <p:nvPr>
            <p:ph type="body" sz="quarter" idx="21"/>
          </p:nvPr>
        </p:nvSpPr>
        <p:spPr>
          <a:xfrm>
            <a:off x="2814505" y="1987610"/>
            <a:ext cx="7145590" cy="2400586"/>
          </a:xfrm>
        </p:spPr>
        <p:txBody>
          <a:bodyPr/>
          <a:lstStyle/>
          <a:p>
            <a:pPr algn="just"/>
            <a:r>
              <a:rPr lang="en-US" dirty="0"/>
              <a:t>Experience</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0" indent="0" algn="just">
              <a:buNone/>
            </a:pPr>
            <a:r>
              <a:rPr lang="en-US" b="1" dirty="0"/>
              <a:t>Industry specific experience as a practitioner and/or educator across globe:</a:t>
            </a:r>
            <a:endParaRPr lang="en-IN" b="1" dirty="0"/>
          </a:p>
        </p:txBody>
      </p:sp>
      <p:sp>
        <p:nvSpPr>
          <p:cNvPr id="8" name="Text Placeholder 7">
            <a:extLst>
              <a:ext uri="{FF2B5EF4-FFF2-40B4-BE49-F238E27FC236}">
                <a16:creationId xmlns:a16="http://schemas.microsoft.com/office/drawing/2014/main" id="{64B38973-B849-4254-DD5D-32E6D50966AF}"/>
              </a:ext>
            </a:extLst>
          </p:cNvPr>
          <p:cNvSpPr>
            <a:spLocks noGrp="1"/>
          </p:cNvSpPr>
          <p:nvPr>
            <p:ph type="body" sz="quarter" idx="22"/>
          </p:nvPr>
        </p:nvSpPr>
        <p:spPr>
          <a:xfrm>
            <a:off x="346550" y="3487172"/>
            <a:ext cx="2449311" cy="1320644"/>
          </a:xfrm>
        </p:spPr>
        <p:txBody>
          <a:bodyPr/>
          <a:lstStyle/>
          <a:p>
            <a:pPr marL="0" indent="0">
              <a:buNone/>
            </a:pPr>
            <a:r>
              <a:rPr lang="en-US" dirty="0"/>
              <a:t>XXXX</a:t>
            </a:r>
            <a:endParaRPr lang="en-GB" dirty="0"/>
          </a:p>
        </p:txBody>
      </p:sp>
      <p:sp>
        <p:nvSpPr>
          <p:cNvPr id="13" name="Rectangle: Rounded Corners 12">
            <a:extLst>
              <a:ext uri="{FF2B5EF4-FFF2-40B4-BE49-F238E27FC236}">
                <a16:creationId xmlns:a16="http://schemas.microsoft.com/office/drawing/2014/main" id="{F5440EB9-96AB-8D37-CE79-38018F7A7130}"/>
              </a:ext>
            </a:extLst>
          </p:cNvPr>
          <p:cNvSpPr/>
          <p:nvPr/>
        </p:nvSpPr>
        <p:spPr>
          <a:xfrm>
            <a:off x="10305770" y="2778917"/>
            <a:ext cx="1425388" cy="350520"/>
          </a:xfrm>
          <a:prstGeom prst="roundRect">
            <a:avLst>
              <a:gd name="adj" fmla="val 50000"/>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Click to view</a:t>
            </a:r>
          </a:p>
        </p:txBody>
      </p:sp>
      <p:sp>
        <p:nvSpPr>
          <p:cNvPr id="14" name="Rectangle: Rounded Corners 13">
            <a:extLst>
              <a:ext uri="{FF2B5EF4-FFF2-40B4-BE49-F238E27FC236}">
                <a16:creationId xmlns:a16="http://schemas.microsoft.com/office/drawing/2014/main" id="{E89D6617-2443-3D62-A0EF-2B84F662B85A}"/>
              </a:ext>
            </a:extLst>
          </p:cNvPr>
          <p:cNvSpPr/>
          <p:nvPr/>
        </p:nvSpPr>
        <p:spPr>
          <a:xfrm>
            <a:off x="10305770" y="3289989"/>
            <a:ext cx="1425388" cy="350520"/>
          </a:xfrm>
          <a:prstGeom prst="roundRect">
            <a:avLst>
              <a:gd name="adj" fmla="val 50000"/>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Click to view</a:t>
            </a:r>
          </a:p>
        </p:txBody>
      </p:sp>
      <p:sp>
        <p:nvSpPr>
          <p:cNvPr id="15" name="Rectangle: Rounded Corners 14">
            <a:extLst>
              <a:ext uri="{FF2B5EF4-FFF2-40B4-BE49-F238E27FC236}">
                <a16:creationId xmlns:a16="http://schemas.microsoft.com/office/drawing/2014/main" id="{21F64518-9755-0151-68E9-57666EB13863}"/>
              </a:ext>
            </a:extLst>
          </p:cNvPr>
          <p:cNvSpPr/>
          <p:nvPr/>
        </p:nvSpPr>
        <p:spPr>
          <a:xfrm>
            <a:off x="10336868" y="3802681"/>
            <a:ext cx="1425388" cy="350520"/>
          </a:xfrm>
          <a:prstGeom prst="roundRect">
            <a:avLst>
              <a:gd name="adj" fmla="val 50000"/>
            </a:avLst>
          </a:prstGeom>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Click to view</a:t>
            </a:r>
          </a:p>
        </p:txBody>
      </p:sp>
      <p:graphicFrame>
        <p:nvGraphicFramePr>
          <p:cNvPr id="3" name="Table 2">
            <a:extLst>
              <a:ext uri="{FF2B5EF4-FFF2-40B4-BE49-F238E27FC236}">
                <a16:creationId xmlns:a16="http://schemas.microsoft.com/office/drawing/2014/main" id="{FD79538E-330E-D368-8A31-4D3DB76C6A37}"/>
              </a:ext>
            </a:extLst>
          </p:cNvPr>
          <p:cNvGraphicFramePr>
            <a:graphicFrameLocks noGrp="1"/>
          </p:cNvGraphicFramePr>
          <p:nvPr>
            <p:extLst>
              <p:ext uri="{D42A27DB-BD31-4B8C-83A1-F6EECF244321}">
                <p14:modId xmlns:p14="http://schemas.microsoft.com/office/powerpoint/2010/main" val="3715467180"/>
              </p:ext>
            </p:extLst>
          </p:nvPr>
        </p:nvGraphicFramePr>
        <p:xfrm>
          <a:off x="2758573" y="4451365"/>
          <a:ext cx="7220166" cy="2424975"/>
        </p:xfrm>
        <a:graphic>
          <a:graphicData uri="http://schemas.openxmlformats.org/drawingml/2006/table">
            <a:tbl>
              <a:tblPr firstRow="1" bandRow="1">
                <a:tableStyleId>{073A0DAA-6AF3-43AB-8588-CEC1D06C72B9}</a:tableStyleId>
              </a:tblPr>
              <a:tblGrid>
                <a:gridCol w="2555267">
                  <a:extLst>
                    <a:ext uri="{9D8B030D-6E8A-4147-A177-3AD203B41FA5}">
                      <a16:colId xmlns:a16="http://schemas.microsoft.com/office/drawing/2014/main" val="3279576141"/>
                    </a:ext>
                  </a:extLst>
                </a:gridCol>
                <a:gridCol w="4664899">
                  <a:extLst>
                    <a:ext uri="{9D8B030D-6E8A-4147-A177-3AD203B41FA5}">
                      <a16:colId xmlns:a16="http://schemas.microsoft.com/office/drawing/2014/main" val="906309542"/>
                    </a:ext>
                  </a:extLst>
                </a:gridCol>
              </a:tblGrid>
              <a:tr h="243415">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Industry</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6350" cap="flat" cmpd="sng" algn="ctr">
                      <a:solidFill>
                        <a:schemeClr val="tx2"/>
                      </a:solidFill>
                      <a:prstDash val="sysDot"/>
                      <a:round/>
                      <a:headEnd type="none" w="med" len="med"/>
                      <a:tailEnd type="none" w="med" len="med"/>
                    </a:lnR>
                    <a:lnT w="12700" cmpd="sng">
                      <a:noFill/>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100" dirty="0">
                          <a:latin typeface="Calibri" panose="020F0502020204030204" pitchFamily="34" charset="0"/>
                          <a:ea typeface="Calibri" panose="020F0502020204030204" pitchFamily="34" charset="0"/>
                          <a:cs typeface="Calibri" panose="020F0502020204030204" pitchFamily="34" charset="0"/>
                        </a:rPr>
                        <a:t>Companies</a:t>
                      </a:r>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6350" cap="flat" cmpd="sng" algn="ctr">
                      <a:solidFill>
                        <a:schemeClr val="tx2"/>
                      </a:solidFill>
                      <a:prstDash val="sysDot"/>
                      <a:round/>
                      <a:headEnd type="none" w="med" len="med"/>
                      <a:tailEnd type="none" w="med" len="med"/>
                    </a:lnL>
                    <a:lnR w="12700" cmpd="sng">
                      <a:noFill/>
                    </a:lnR>
                    <a:lnT w="12700" cmpd="sng">
                      <a:noFill/>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578974502"/>
                  </a:ext>
                </a:extLst>
              </a:tr>
              <a:tr h="272695">
                <a:tc>
                  <a:txBody>
                    <a:bodyPr/>
                    <a:lstStyle/>
                    <a:p>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283149653"/>
                  </a:ext>
                </a:extLst>
              </a:tr>
              <a:tr h="272695">
                <a:tc>
                  <a:txBody>
                    <a:bodyPr/>
                    <a:lstStyle/>
                    <a:p>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123313657"/>
                  </a:ext>
                </a:extLst>
              </a:tr>
              <a:tr h="272695">
                <a:tc>
                  <a:txBody>
                    <a:bodyPr/>
                    <a:lstStyle/>
                    <a:p>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40510609"/>
                  </a:ext>
                </a:extLst>
              </a:tr>
              <a:tr h="272695">
                <a:tc>
                  <a:txBody>
                    <a:bodyPr/>
                    <a:lstStyle/>
                    <a:p>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121110521"/>
                  </a:ext>
                </a:extLst>
              </a:tr>
              <a:tr h="272695">
                <a:tc>
                  <a:txBody>
                    <a:bodyPr/>
                    <a:lstStyle/>
                    <a:p>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868476575"/>
                  </a:ext>
                </a:extLst>
              </a:tr>
              <a:tr h="272695">
                <a:tc>
                  <a:txBody>
                    <a:bodyPr/>
                    <a:lstStyle/>
                    <a:p>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619655953"/>
                  </a:ext>
                </a:extLst>
              </a:tr>
              <a:tr h="272695">
                <a:tc>
                  <a:txBody>
                    <a:bodyPr/>
                    <a:lstStyle/>
                    <a:p>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836236891"/>
                  </a:ext>
                </a:extLst>
              </a:tr>
              <a:tr h="272695">
                <a:tc>
                  <a:txBody>
                    <a:bodyPr/>
                    <a:lstStyle/>
                    <a:p>
                      <a:endParaRPr lang="en-IN" sz="1100" i="1"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27432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endParaRPr lang="en-IN" sz="1100" dirty="0">
                        <a:latin typeface="Calibri" panose="020F0502020204030204" pitchFamily="34" charset="0"/>
                        <a:ea typeface="Calibri" panose="020F0502020204030204" pitchFamily="34" charset="0"/>
                        <a:cs typeface="Calibri" panose="020F0502020204030204" pitchFamily="34" charset="0"/>
                      </a:endParaRPr>
                    </a:p>
                  </a:txBody>
                  <a:tcPr marL="182880" marT="0" marB="0" anchor="ctr">
                    <a:lnL w="12700" cmpd="sng">
                      <a:noFill/>
                    </a:lnL>
                    <a:lnR w="12700" cmpd="sng">
                      <a:noFill/>
                    </a:lnR>
                    <a:lnT w="6350" cap="flat" cmpd="sng" algn="ctr">
                      <a:solidFill>
                        <a:schemeClr val="accent3"/>
                      </a:solidFill>
                      <a:prstDash val="sysDot"/>
                      <a:round/>
                      <a:headEnd type="none" w="med" len="med"/>
                      <a:tailEnd type="none" w="med" len="med"/>
                    </a:lnT>
                    <a:lnB w="6350" cap="flat" cmpd="sng" algn="ctr">
                      <a:solidFill>
                        <a:schemeClr val="accent3"/>
                      </a:solid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82030508"/>
                  </a:ext>
                </a:extLst>
              </a:tr>
            </a:tbl>
          </a:graphicData>
        </a:graphic>
      </p:graphicFrame>
      <p:sp>
        <p:nvSpPr>
          <p:cNvPr id="4" name="Picture Placeholder 3">
            <a:extLst>
              <a:ext uri="{FF2B5EF4-FFF2-40B4-BE49-F238E27FC236}">
                <a16:creationId xmlns:a16="http://schemas.microsoft.com/office/drawing/2014/main" id="{9CC8161D-65A2-3C72-3C7E-8A49E10CC268}"/>
              </a:ext>
            </a:extLst>
          </p:cNvPr>
          <p:cNvSpPr>
            <a:spLocks noGrp="1"/>
          </p:cNvSpPr>
          <p:nvPr>
            <p:ph type="pic" sz="quarter" idx="11"/>
          </p:nvPr>
        </p:nvSpPr>
        <p:spPr/>
        <p:txBody>
          <a:bodyPr/>
          <a:lstStyle/>
          <a:p>
            <a:endParaRPr lang="en-IN"/>
          </a:p>
        </p:txBody>
      </p:sp>
    </p:spTree>
    <p:extLst>
      <p:ext uri="{BB962C8B-B14F-4D97-AF65-F5344CB8AC3E}">
        <p14:creationId xmlns:p14="http://schemas.microsoft.com/office/powerpoint/2010/main" val="1843156700"/>
      </p:ext>
    </p:extLst>
  </p:cSld>
  <p:clrMapOvr>
    <a:masterClrMapping/>
  </p:clrMapOvr>
</p:sld>
</file>

<file path=ppt/theme/theme1.xml><?xml version="1.0" encoding="utf-8"?>
<a:theme xmlns:a="http://schemas.openxmlformats.org/drawingml/2006/main" name="1_Emeritus">
  <a:themeElements>
    <a:clrScheme name="Emeritus">
      <a:dk1>
        <a:srgbClr val="000000"/>
      </a:dk1>
      <a:lt1>
        <a:srgbClr val="FFFFFF"/>
      </a:lt1>
      <a:dk2>
        <a:srgbClr val="000000"/>
      </a:dk2>
      <a:lt2>
        <a:srgbClr val="FFFFFF"/>
      </a:lt2>
      <a:accent1>
        <a:srgbClr val="00BE6D"/>
      </a:accent1>
      <a:accent2>
        <a:srgbClr val="000000"/>
      </a:accent2>
      <a:accent3>
        <a:srgbClr val="7F7F7F"/>
      </a:accent3>
      <a:accent4>
        <a:srgbClr val="A5A5A5"/>
      </a:accent4>
      <a:accent5>
        <a:srgbClr val="C9C9C9"/>
      </a:accent5>
      <a:accent6>
        <a:srgbClr val="EDEDED"/>
      </a:accent6>
      <a:hlink>
        <a:srgbClr val="00BE6D"/>
      </a:hlink>
      <a:folHlink>
        <a:srgbClr val="00BE6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1D160EAB-F2CE-4386-8B70-C17E4A484858}" vid="{18ED7850-0972-4B68-BE70-B5D3313B82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Updated2021 xmlns="5b57c03d-dbe8-4946-a028-ef3d130a5332" xsi:nil="true"/>
    <PublishingExpirationDate xmlns="http://schemas.microsoft.com/sharepoint/v3" xsi:nil="true"/>
    <PublishingStartDate xmlns="http://schemas.microsoft.com/sharepoint/v3" xsi:nil="true"/>
    <lcf76f155ced4ddcb4097134ff3c332f xmlns="5b57c03d-dbe8-4946-a028-ef3d130a5332">
      <Terms xmlns="http://schemas.microsoft.com/office/infopath/2007/PartnerControls"/>
    </lcf76f155ced4ddcb4097134ff3c332f>
    <TaxCatchAll xmlns="847679be-607c-46bd-8c6a-21e964505fbd" xsi:nil="true"/>
    <SharedWithUsers xmlns="847679be-607c-46bd-8c6a-21e964505fbd">
      <UserInfo>
        <DisplayName>Varun Roy</DisplayName>
        <AccountId>1237</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6F48C1C4EDB84CA2EEBF6B797E2A93" ma:contentTypeVersion="20" ma:contentTypeDescription="Create a new document." ma:contentTypeScope="" ma:versionID="9d71c11ed8343844df59c1986730d14f">
  <xsd:schema xmlns:xsd="http://www.w3.org/2001/XMLSchema" xmlns:xs="http://www.w3.org/2001/XMLSchema" xmlns:p="http://schemas.microsoft.com/office/2006/metadata/properties" xmlns:ns1="http://schemas.microsoft.com/sharepoint/v3" xmlns:ns2="5b57c03d-dbe8-4946-a028-ef3d130a5332" xmlns:ns3="847679be-607c-46bd-8c6a-21e964505fbd" targetNamespace="http://schemas.microsoft.com/office/2006/metadata/properties" ma:root="true" ma:fieldsID="0cb99d0b5efa4e640cdaaf5ad11729e0" ns1:_="" ns2:_="" ns3:_="">
    <xsd:import namespace="http://schemas.microsoft.com/sharepoint/v3"/>
    <xsd:import namespace="5b57c03d-dbe8-4946-a028-ef3d130a5332"/>
    <xsd:import namespace="847679be-607c-46bd-8c6a-21e964505fbd"/>
    <xsd:element name="properties">
      <xsd:complexType>
        <xsd:sequence>
          <xsd:element name="documentManagement">
            <xsd:complexType>
              <xsd:all>
                <xsd:element ref="ns1:PublishingStartDate" minOccurs="0"/>
                <xsd:element ref="ns1:PublishingExpirationDate" minOccurs="0"/>
                <xsd:element ref="ns2:MediaServiceMetadata" minOccurs="0"/>
                <xsd:element ref="ns2:MediaServiceFastMetadata" minOccurs="0"/>
                <xsd:element ref="ns2:MediaServiceDateTaken" minOccurs="0"/>
                <xsd:element ref="ns2:MediaServiceAutoTags" minOccurs="0"/>
                <xsd:element ref="ns3:SharedWithUsers" minOccurs="0"/>
                <xsd:element ref="ns3:SharedWithDetails" minOccurs="0"/>
                <xsd:element ref="ns2:MediaServiceOCR" minOccurs="0"/>
                <xsd:element ref="ns2:MediaServiceAutoKeyPoints" minOccurs="0"/>
                <xsd:element ref="ns2:MediaServiceKeyPoints" minOccurs="0"/>
                <xsd:element ref="ns2:MediaServiceGenerationTime" minOccurs="0"/>
                <xsd:element ref="ns2:MediaServiceEventHashCode" minOccurs="0"/>
                <xsd:element ref="ns2:Updated2021"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b57c03d-dbe8-4946-a028-ef3d130a5332"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Updated2021" ma:index="21" nillable="true" ma:displayName="Updated 2021" ma:format="Dropdown" ma:internalName="Updated2021">
      <xsd:simpleType>
        <xsd:restriction base="dms:Text">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MediaServiceLocation" ma:index="23" nillable="true" ma:displayName="Location" ma:internalName="MediaServiceLocation"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68679018-c8b5-43e9-adcd-8cca0014b20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47679be-607c-46bd-8c6a-21e964505fbd" elementFormDefault="qualified">
    <xsd:import namespace="http://schemas.microsoft.com/office/2006/documentManagement/types"/>
    <xsd:import namespace="http://schemas.microsoft.com/office/infopath/2007/PartnerControls"/>
    <xsd:element name="SharedWithUsers" ma:index="14"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description="" ma:internalName="SharedWithDetails" ma:readOnly="true">
      <xsd:simpleType>
        <xsd:restriction base="dms:Note">
          <xsd:maxLength value="255"/>
        </xsd:restriction>
      </xsd:simpleType>
    </xsd:element>
    <xsd:element name="TaxCatchAll" ma:index="26" nillable="true" ma:displayName="Taxonomy Catch All Column" ma:hidden="true" ma:list="{77426469-12f8-4ed1-8cb2-eb5fa6040122}" ma:internalName="TaxCatchAll" ma:showField="CatchAllData" ma:web="847679be-607c-46bd-8c6a-21e964505f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891E79-69DE-4B1E-AE73-F80BA9F6408D}">
  <ds:schemaRefs>
    <ds:schemaRef ds:uri="http://schemas.microsoft.com/office/2006/metadata/properties"/>
    <ds:schemaRef ds:uri="http://schemas.microsoft.com/office/infopath/2007/PartnerControls"/>
    <ds:schemaRef ds:uri="5b57c03d-dbe8-4946-a028-ef3d130a5332"/>
    <ds:schemaRef ds:uri="http://schemas.microsoft.com/sharepoint/v3"/>
    <ds:schemaRef ds:uri="847679be-607c-46bd-8c6a-21e964505fbd"/>
  </ds:schemaRefs>
</ds:datastoreItem>
</file>

<file path=customXml/itemProps2.xml><?xml version="1.0" encoding="utf-8"?>
<ds:datastoreItem xmlns:ds="http://schemas.openxmlformats.org/officeDocument/2006/customXml" ds:itemID="{046F00BF-3B9B-4457-8E08-2010E44A8A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b57c03d-dbe8-4946-a028-ef3d130a5332"/>
    <ds:schemaRef ds:uri="847679be-607c-46bd-8c6a-21e964505f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A5981B-AEE5-46A7-BDB8-2C9BF3CE07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Emeritus_PowerPoint template</Template>
  <TotalTime>304</TotalTime>
  <Words>789</Words>
  <Application>Microsoft Office PowerPoint</Application>
  <PresentationFormat>Widescreen</PresentationFormat>
  <Paragraphs>83</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Arial,Sans-Serif</vt:lpstr>
      <vt:lpstr>Calibri</vt:lpstr>
      <vt:lpstr>Calibri Light</vt:lpstr>
      <vt:lpstr>Helvetica</vt:lpstr>
      <vt:lpstr>1_Emeritus</vt:lpstr>
      <vt:lpstr>Guidelines for bio template – content and layout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Educator/Faculty bio template</dc:title>
  <dc:creator>Varun Roy</dc:creator>
  <cp:lastModifiedBy>Anuradha Dey</cp:lastModifiedBy>
  <cp:revision>9</cp:revision>
  <dcterms:created xsi:type="dcterms:W3CDTF">2022-07-19T09:46:22Z</dcterms:created>
  <dcterms:modified xsi:type="dcterms:W3CDTF">2026-05-22T07:02:55Z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0x010100366F48C1C4EDB84CA2EEBF6B797E2A93</vt:lpwstr>
  </property>
  <property fmtid="{D5CDD505-2E9C-101B-9397-08002B2CF9AE}" pid="3" name="MediaServiceImageTags">
    <vt:lpwstr/>
  </property>
</Properties>
</file>