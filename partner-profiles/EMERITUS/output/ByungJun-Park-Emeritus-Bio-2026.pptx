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11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notesMasterIdLst>
    <p:notesMasterId r:id="rId8"/>
  </p:notesMasterIdLst>
  <p:sldIdLst>
    <p:sldId id="214748041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1BDDA8-02AA-6C61-A553-1AAB5858964C}" name="Varun Roy" initials="VR" userId="S::varun.roy@zs.com::f907eaf9-b3a1-49d5-9497-5b941b73c98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837"/>
    <a:srgbClr val="C9C9C9"/>
    <a:srgbClr val="104058"/>
    <a:srgbClr val="23110F"/>
    <a:srgbClr val="853E37"/>
    <a:srgbClr val="522722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35B5A-7B7D-4F5D-B30F-42C84A921BB2}" v="1" dt="2026-05-22T07:02:18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096" autoAdjust="0"/>
    <p:restoredTop sz="95226" autoAdjust="0"/>
  </p:normalViewPr>
  <p:slideViewPr>
    <p:cSldViewPr snapToGrid="0">
      <p:cViewPr varScale="1">
        <p:scale>
          <a:sx n="62" d="100"/>
          <a:sy n="62" d="100"/>
        </p:scale>
        <p:origin x="4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dha Dey" userId="0105de49-50e5-4d42-883b-bc088b29ec8b" providerId="ADAL" clId="{597F47BD-E824-4039-85E4-C6CDA55BF381}"/>
    <pc:docChg chg="modSld">
      <pc:chgData name="Anuradha Dey" userId="0105de49-50e5-4d42-883b-bc088b29ec8b" providerId="ADAL" clId="{597F47BD-E824-4039-85E4-C6CDA55BF381}" dt="2026-05-22T07:02:49.491" v="114" actId="14100"/>
      <pc:docMkLst>
        <pc:docMk/>
      </pc:docMkLst>
      <pc:sldChg chg="modSp mod">
        <pc:chgData name="Anuradha Dey" userId="0105de49-50e5-4d42-883b-bc088b29ec8b" providerId="ADAL" clId="{597F47BD-E824-4039-85E4-C6CDA55BF381}" dt="2026-05-22T07:02:49.491" v="114" actId="14100"/>
        <pc:sldMkLst>
          <pc:docMk/>
          <pc:sldMk cId="291689982" sldId="2147480418"/>
        </pc:sldMkLst>
        <pc:spChg chg="mod">
          <ac:chgData name="Anuradha Dey" userId="0105de49-50e5-4d42-883b-bc088b29ec8b" providerId="ADAL" clId="{597F47BD-E824-4039-85E4-C6CDA55BF381}" dt="2026-05-22T07:02:47.715" v="113" actId="14100"/>
          <ac:spMkLst>
            <pc:docMk/>
            <pc:sldMk cId="291689982" sldId="2147480418"/>
            <ac:spMk id="10" creationId="{C2958FC4-2E76-ED7D-1C89-CBD70E4ADEFA}"/>
          </ac:spMkLst>
        </pc:spChg>
        <pc:graphicFrameChg chg="mod modGraphic">
          <ac:chgData name="Anuradha Dey" userId="0105de49-50e5-4d42-883b-bc088b29ec8b" providerId="ADAL" clId="{597F47BD-E824-4039-85E4-C6CDA55BF381}" dt="2026-05-22T07:02:49.491" v="114" actId="14100"/>
          <ac:graphicFrameMkLst>
            <pc:docMk/>
            <pc:sldMk cId="291689982" sldId="2147480418"/>
            <ac:graphicFrameMk id="3" creationId="{A293D9A2-37B8-7D70-1CAD-0AE021AFE0F5}"/>
          </ac:graphicFrameMkLst>
        </pc:graphicFrameChg>
      </pc:sldChg>
      <pc:sldChg chg="modSp mod">
        <pc:chgData name="Anuradha Dey" userId="0105de49-50e5-4d42-883b-bc088b29ec8b" providerId="ADAL" clId="{597F47BD-E824-4039-85E4-C6CDA55BF381}" dt="2026-05-22T07:01:46.715" v="105" actId="20577"/>
        <pc:sldMkLst>
          <pc:docMk/>
          <pc:sldMk cId="1843156700" sldId="2147480419"/>
        </pc:sldMkLst>
        <pc:spChg chg="mod">
          <ac:chgData name="Anuradha Dey" userId="0105de49-50e5-4d42-883b-bc088b29ec8b" providerId="ADAL" clId="{597F47BD-E824-4039-85E4-C6CDA55BF381}" dt="2026-05-22T07:01:46.715" v="105" actId="20577"/>
          <ac:spMkLst>
            <pc:docMk/>
            <pc:sldMk cId="1843156700" sldId="2147480419"/>
            <ac:spMk id="10" creationId="{9F3811E6-8503-2035-D4B7-EC9A4038BB7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019B0-5A78-4292-8EA3-D7D5E47A7AE1}" type="datetimeFigureOut">
              <a:rPr lang="en-SG" smtClean="0"/>
              <a:t>22/5/2026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7C957-DB76-4692-AEA7-E960757E8BB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498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hyperlink" Target="http://www.emeritus.org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posal Cov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eople in classroom">
            <a:extLst>
              <a:ext uri="{FF2B5EF4-FFF2-40B4-BE49-F238E27FC236}">
                <a16:creationId xmlns:a16="http://schemas.microsoft.com/office/drawing/2014/main" id="{4A841A37-775D-41E7-A1EA-D7AC2BDFD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600200"/>
            <a:ext cx="4587240" cy="5257800"/>
          </a:xfrm>
          <a:prstGeom prst="rect">
            <a:avLst/>
          </a:prstGeom>
        </p:spPr>
      </p:pic>
      <p:pic>
        <p:nvPicPr>
          <p:cNvPr id="23" name="Picture 22" descr="People in classroom">
            <a:extLst>
              <a:ext uri="{FF2B5EF4-FFF2-40B4-BE49-F238E27FC236}">
                <a16:creationId xmlns:a16="http://schemas.microsoft.com/office/drawing/2014/main" id="{ABF85D57-430E-40E6-BD0F-4CFD50D5FB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1600200"/>
            <a:ext cx="7620000" cy="525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126ECA-B701-4CE5-AC77-970EA83F5F52}"/>
              </a:ext>
            </a:extLst>
          </p:cNvPr>
          <p:cNvSpPr/>
          <p:nvPr userDrawn="1"/>
        </p:nvSpPr>
        <p:spPr>
          <a:xfrm>
            <a:off x="0" y="1600200"/>
            <a:ext cx="7940040" cy="5270155"/>
          </a:xfrm>
          <a:prstGeom prst="rect">
            <a:avLst/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44000">
                <a:srgbClr val="000000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456564" y="2290434"/>
            <a:ext cx="5760720" cy="166199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sz="3200" b="1" i="0">
                <a:solidFill>
                  <a:schemeClr val="tx2"/>
                </a:solidFill>
                <a:latin typeface="Helvetica" pitchFamily="2" charset="0"/>
                <a:ea typeface="Segoe UI Historic" panose="020B0502040204020203" pitchFamily="34" charset="0"/>
                <a:cs typeface="Arial Nova Cond" panose="020F0502020204030204" pitchFamily="34" charset="0"/>
              </a:defRPr>
            </a:lvl1pPr>
          </a:lstStyle>
          <a:p>
            <a:r>
              <a:rPr lang="en-US"/>
              <a:t>Project name</a:t>
            </a:r>
            <a:br>
              <a:rPr lang="en-US"/>
            </a:br>
            <a:r>
              <a:rPr lang="en-US"/>
              <a:t>Presentation title </a:t>
            </a:r>
            <a:br>
              <a:rPr lang="en-US"/>
            </a:br>
            <a:r>
              <a:rPr lang="en-US"/>
              <a:t>(Helvetica 32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456564" y="4587261"/>
            <a:ext cx="5760720" cy="276999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Calibri" panose="020F0502020204030204" pitchFamily="34" charset="0"/>
                <a:ea typeface="Segoe UI Emoji" panose="020B0502040204020203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Prepared for XXXX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57199" y="4922651"/>
            <a:ext cx="5760720" cy="215444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1"/>
                </a:solidFill>
                <a:latin typeface="Calibri" panose="020F0502020204030204" pitchFamily="34" charset="0"/>
                <a:ea typeface="Segoe UI Emoji" panose="020B050204020402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CB9620-AE1F-47CB-8C83-7271DCF7A7AF}"/>
              </a:ext>
            </a:extLst>
          </p:cNvPr>
          <p:cNvSpPr/>
          <p:nvPr userDrawn="1"/>
        </p:nvSpPr>
        <p:spPr>
          <a:xfrm flipH="1">
            <a:off x="10614411" y="1600200"/>
            <a:ext cx="1577588" cy="5270156"/>
          </a:xfrm>
          <a:prstGeom prst="rect">
            <a:avLst/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16000">
                <a:schemeClr val="accent2">
                  <a:alpha val="5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20F379C-CE52-4BED-BD96-EC77E0910C0E}"/>
              </a:ext>
            </a:extLst>
          </p:cNvPr>
          <p:cNvSpPr/>
          <p:nvPr userDrawn="1"/>
        </p:nvSpPr>
        <p:spPr>
          <a:xfrm rot="5400000">
            <a:off x="7777703" y="1954532"/>
            <a:ext cx="3958769" cy="3956697"/>
          </a:xfrm>
          <a:custGeom>
            <a:avLst/>
            <a:gdLst>
              <a:gd name="connsiteX0" fmla="*/ 165096 w 3035831"/>
              <a:gd name="connsiteY0" fmla="*/ 2896931 h 3034242"/>
              <a:gd name="connsiteX1" fmla="*/ 165096 w 3035831"/>
              <a:gd name="connsiteY1" fmla="*/ 1144589 h 3034242"/>
              <a:gd name="connsiteX2" fmla="*/ 330724 w 3035831"/>
              <a:gd name="connsiteY2" fmla="*/ 1144589 h 3034242"/>
              <a:gd name="connsiteX3" fmla="*/ 330724 w 3035831"/>
              <a:gd name="connsiteY3" fmla="*/ 2868613 h 3034242"/>
              <a:gd name="connsiteX4" fmla="*/ 2870199 w 3035831"/>
              <a:gd name="connsiteY4" fmla="*/ 2868613 h 3034242"/>
              <a:gd name="connsiteX5" fmla="*/ 2870199 w 3035831"/>
              <a:gd name="connsiteY5" fmla="*/ 335492 h 3034242"/>
              <a:gd name="connsiteX6" fmla="*/ 1145117 w 3035831"/>
              <a:gd name="connsiteY6" fmla="*/ 335492 h 3034242"/>
              <a:gd name="connsiteX7" fmla="*/ 1145117 w 3035831"/>
              <a:gd name="connsiteY7" fmla="*/ 169863 h 3034242"/>
              <a:gd name="connsiteX8" fmla="*/ 2870200 w 3035831"/>
              <a:gd name="connsiteY8" fmla="*/ 169863 h 3034242"/>
              <a:gd name="connsiteX9" fmla="*/ 2870200 w 3035831"/>
              <a:gd name="connsiteY9" fmla="*/ 169862 h 3034242"/>
              <a:gd name="connsiteX10" fmla="*/ 3035829 w 3035831"/>
              <a:gd name="connsiteY10" fmla="*/ 169862 h 3034242"/>
              <a:gd name="connsiteX11" fmla="*/ 3035829 w 3035831"/>
              <a:gd name="connsiteY11" fmla="*/ 169863 h 3034242"/>
              <a:gd name="connsiteX12" fmla="*/ 3035831 w 3035831"/>
              <a:gd name="connsiteY12" fmla="*/ 169863 h 3034242"/>
              <a:gd name="connsiteX13" fmla="*/ 3035831 w 3035831"/>
              <a:gd name="connsiteY13" fmla="*/ 335492 h 3034242"/>
              <a:gd name="connsiteX14" fmla="*/ 3035828 w 3035831"/>
              <a:gd name="connsiteY14" fmla="*/ 335492 h 3034242"/>
              <a:gd name="connsiteX15" fmla="*/ 3035828 w 3035831"/>
              <a:gd name="connsiteY15" fmla="*/ 2868613 h 3034242"/>
              <a:gd name="connsiteX16" fmla="*/ 3035830 w 3035831"/>
              <a:gd name="connsiteY16" fmla="*/ 2868613 h 3034242"/>
              <a:gd name="connsiteX17" fmla="*/ 3035830 w 3035831"/>
              <a:gd name="connsiteY17" fmla="*/ 3034242 h 3034242"/>
              <a:gd name="connsiteX18" fmla="*/ 165098 w 3035831"/>
              <a:gd name="connsiteY18" fmla="*/ 3034242 h 3034242"/>
              <a:gd name="connsiteX19" fmla="*/ 165098 w 3035831"/>
              <a:gd name="connsiteY19" fmla="*/ 2896931 h 3034242"/>
              <a:gd name="connsiteX20" fmla="*/ 0 w 3035831"/>
              <a:gd name="connsiteY20" fmla="*/ 781582 h 3034242"/>
              <a:gd name="connsiteX21" fmla="*/ 0 w 3035831"/>
              <a:gd name="connsiteY21" fmla="*/ 165629 h 3034242"/>
              <a:gd name="connsiteX22" fmla="*/ 0 w 3035831"/>
              <a:gd name="connsiteY22" fmla="*/ 0 h 3034242"/>
              <a:gd name="connsiteX23" fmla="*/ 165629 w 3035831"/>
              <a:gd name="connsiteY23" fmla="*/ 0 h 3034242"/>
              <a:gd name="connsiteX24" fmla="*/ 781581 w 3035831"/>
              <a:gd name="connsiteY24" fmla="*/ 0 h 3034242"/>
              <a:gd name="connsiteX25" fmla="*/ 781581 w 3035831"/>
              <a:gd name="connsiteY25" fmla="*/ 165629 h 3034242"/>
              <a:gd name="connsiteX26" fmla="*/ 165629 w 3035831"/>
              <a:gd name="connsiteY26" fmla="*/ 165629 h 3034242"/>
              <a:gd name="connsiteX27" fmla="*/ 165629 w 3035831"/>
              <a:gd name="connsiteY27" fmla="*/ 781582 h 3034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035831" h="3034242">
                <a:moveTo>
                  <a:pt x="165096" y="2896931"/>
                </a:moveTo>
                <a:lnTo>
                  <a:pt x="165096" y="1144589"/>
                </a:lnTo>
                <a:lnTo>
                  <a:pt x="330724" y="1144589"/>
                </a:lnTo>
                <a:lnTo>
                  <a:pt x="330724" y="2868613"/>
                </a:lnTo>
                <a:lnTo>
                  <a:pt x="2870199" y="2868613"/>
                </a:lnTo>
                <a:lnTo>
                  <a:pt x="2870199" y="335492"/>
                </a:lnTo>
                <a:lnTo>
                  <a:pt x="1145117" y="335492"/>
                </a:lnTo>
                <a:lnTo>
                  <a:pt x="1145117" y="169863"/>
                </a:lnTo>
                <a:lnTo>
                  <a:pt x="2870200" y="169863"/>
                </a:lnTo>
                <a:lnTo>
                  <a:pt x="2870200" y="169862"/>
                </a:lnTo>
                <a:lnTo>
                  <a:pt x="3035829" y="169862"/>
                </a:lnTo>
                <a:lnTo>
                  <a:pt x="3035829" y="169863"/>
                </a:lnTo>
                <a:lnTo>
                  <a:pt x="3035831" y="169863"/>
                </a:lnTo>
                <a:lnTo>
                  <a:pt x="3035831" y="335492"/>
                </a:lnTo>
                <a:lnTo>
                  <a:pt x="3035828" y="335492"/>
                </a:lnTo>
                <a:lnTo>
                  <a:pt x="3035828" y="2868613"/>
                </a:lnTo>
                <a:lnTo>
                  <a:pt x="3035830" y="2868613"/>
                </a:lnTo>
                <a:lnTo>
                  <a:pt x="3035830" y="3034242"/>
                </a:lnTo>
                <a:lnTo>
                  <a:pt x="165098" y="3034242"/>
                </a:lnTo>
                <a:lnTo>
                  <a:pt x="165098" y="2896931"/>
                </a:lnTo>
                <a:close/>
                <a:moveTo>
                  <a:pt x="0" y="781582"/>
                </a:moveTo>
                <a:lnTo>
                  <a:pt x="0" y="165629"/>
                </a:lnTo>
                <a:lnTo>
                  <a:pt x="0" y="0"/>
                </a:lnTo>
                <a:lnTo>
                  <a:pt x="165629" y="0"/>
                </a:lnTo>
                <a:lnTo>
                  <a:pt x="781581" y="0"/>
                </a:lnTo>
                <a:lnTo>
                  <a:pt x="781581" y="165629"/>
                </a:lnTo>
                <a:lnTo>
                  <a:pt x="165629" y="165629"/>
                </a:lnTo>
                <a:lnTo>
                  <a:pt x="165629" y="7815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9A96119-31F1-49D8-9406-8A4535ADE8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5416550"/>
            <a:ext cx="5760084" cy="730489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Designation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1F3CA5-751A-9AB2-4137-D93743D011F1}"/>
              </a:ext>
            </a:extLst>
          </p:cNvPr>
          <p:cNvSpPr/>
          <p:nvPr userDrawn="1"/>
        </p:nvSpPr>
        <p:spPr>
          <a:xfrm>
            <a:off x="0" y="0"/>
            <a:ext cx="12192000" cy="1600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15E76DEE-8BE7-4184-5B5B-49896C8260F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17466" y="310583"/>
            <a:ext cx="3073918" cy="1022917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114EB7EA-FF89-717E-07A7-C0430E0D6E51}"/>
              </a:ext>
            </a:extLst>
          </p:cNvPr>
          <p:cNvSpPr/>
          <p:nvPr userDrawn="1"/>
        </p:nvSpPr>
        <p:spPr>
          <a:xfrm>
            <a:off x="10530845" y="6295954"/>
            <a:ext cx="256922" cy="259080"/>
          </a:xfrm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88F2EF18-DE81-5BAF-5F2F-80BC621DC9DD}"/>
              </a:ext>
            </a:extLst>
          </p:cNvPr>
          <p:cNvSpPr/>
          <p:nvPr userDrawn="1"/>
        </p:nvSpPr>
        <p:spPr>
          <a:xfrm>
            <a:off x="10876525" y="6295954"/>
            <a:ext cx="256922" cy="259080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A2FBC8D8-2CB8-9F97-D9AA-0F0E74A72FAD}"/>
              </a:ext>
            </a:extLst>
          </p:cNvPr>
          <p:cNvSpPr/>
          <p:nvPr userDrawn="1"/>
        </p:nvSpPr>
        <p:spPr>
          <a:xfrm>
            <a:off x="11222205" y="6295954"/>
            <a:ext cx="259081" cy="259080"/>
          </a:xfrm>
          <a:prstGeom prst="rect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CE63B98F-487D-5118-C54C-CE4F9C7E2ABA}"/>
              </a:ext>
            </a:extLst>
          </p:cNvPr>
          <p:cNvSpPr txBox="1"/>
          <p:nvPr userDrawn="1"/>
        </p:nvSpPr>
        <p:spPr>
          <a:xfrm>
            <a:off x="10417293" y="6555034"/>
            <a:ext cx="11753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sng" strike="noStrike" kern="1200" cap="none" spc="-10" normalizeH="0" baseline="0" noProof="0">
                <a:ln>
                  <a:noFill/>
                </a:ln>
                <a:solidFill>
                  <a:srgbClr val="00BD6C"/>
                </a:solidFill>
                <a:effectLst/>
                <a:uLnTx/>
                <a:uFill>
                  <a:solidFill>
                    <a:srgbClr val="00BD6C"/>
                  </a:solidFill>
                </a:uFill>
                <a:latin typeface="Calibri"/>
                <a:ea typeface="+mn-ea"/>
                <a:cs typeface="Calibri"/>
                <a:hlinkClick r:id="rId8"/>
              </a:rPr>
              <a:t>www.emeritus.org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98ED45F-A0B5-E90B-6B33-AB1993FBF4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457200"/>
            <a:ext cx="2590800" cy="876300"/>
          </a:xfrm>
        </p:spPr>
        <p:txBody>
          <a:bodyPr/>
          <a:lstStyle>
            <a:lvl1pPr algn="r">
              <a:defRPr sz="1600"/>
            </a:lvl1pPr>
          </a:lstStyle>
          <a:p>
            <a:r>
              <a:rPr lang="en-US"/>
              <a:t>Insert Logo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242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32">
          <p15:clr>
            <a:srgbClr val="FBAE40"/>
          </p15:clr>
        </p15:guide>
        <p15:guide id="4" pos="7392">
          <p15:clr>
            <a:srgbClr val="FBAE40"/>
          </p15:clr>
        </p15:guide>
        <p15:guide id="5" pos="288">
          <p15:clr>
            <a:srgbClr val="FBAE40"/>
          </p15:clr>
        </p15:guide>
        <p15:guide id="6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C191-CBB0-4135-B899-81709D542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6ECCE-BFA5-46D3-BA30-90E29691820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97155B0-4B50-4A2D-BE63-DB0B11AA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333500"/>
            <a:ext cx="11277600" cy="49911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Body copy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87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web&#10;&#10;Description automatically generated">
            <a:extLst>
              <a:ext uri="{FF2B5EF4-FFF2-40B4-BE49-F238E27FC236}">
                <a16:creationId xmlns:a16="http://schemas.microsoft.com/office/drawing/2014/main" id="{2619CBF2-D8DA-4256-AAF3-D11EBD17A7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76259" y="-2676256"/>
            <a:ext cx="6839483" cy="121920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AB1340-D674-4855-B211-87BA4D40EAAA}"/>
              </a:ext>
            </a:extLst>
          </p:cNvPr>
          <p:cNvSpPr/>
          <p:nvPr userDrawn="1"/>
        </p:nvSpPr>
        <p:spPr>
          <a:xfrm>
            <a:off x="0" y="0"/>
            <a:ext cx="12192000" cy="6870358"/>
          </a:xfrm>
          <a:prstGeom prst="rect">
            <a:avLst/>
          </a:prstGeom>
          <a:solidFill>
            <a:srgbClr val="0A2837">
              <a:alpha val="93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1AD924-D459-4F8A-886A-57A38502C5FD}"/>
              </a:ext>
            </a:extLst>
          </p:cNvPr>
          <p:cNvSpPr/>
          <p:nvPr userDrawn="1"/>
        </p:nvSpPr>
        <p:spPr>
          <a:xfrm>
            <a:off x="0" y="0"/>
            <a:ext cx="12192000" cy="6870358"/>
          </a:xfrm>
          <a:prstGeom prst="rect">
            <a:avLst/>
          </a:prstGeom>
          <a:solidFill>
            <a:schemeClr val="accent2">
              <a:alpha val="34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6DECA27-6C2D-4E39-B8E3-99266004FF4B}"/>
              </a:ext>
            </a:extLst>
          </p:cNvPr>
          <p:cNvSpPr/>
          <p:nvPr userDrawn="1"/>
        </p:nvSpPr>
        <p:spPr>
          <a:xfrm>
            <a:off x="-1905" y="-2294"/>
            <a:ext cx="12200889" cy="6867201"/>
          </a:xfrm>
          <a:custGeom>
            <a:avLst/>
            <a:gdLst>
              <a:gd name="connsiteX0" fmla="*/ 0 w 7292622"/>
              <a:gd name="connsiteY0" fmla="*/ 0 h 6858000"/>
              <a:gd name="connsiteX1" fmla="*/ 7292622 w 7292622"/>
              <a:gd name="connsiteY1" fmla="*/ 0 h 6858000"/>
              <a:gd name="connsiteX2" fmla="*/ 7292622 w 7292622"/>
              <a:gd name="connsiteY2" fmla="*/ 6858000 h 6858000"/>
              <a:gd name="connsiteX3" fmla="*/ 0 w 7292622"/>
              <a:gd name="connsiteY3" fmla="*/ 6858000 h 6858000"/>
              <a:gd name="connsiteX4" fmla="*/ 0 w 7292622"/>
              <a:gd name="connsiteY4" fmla="*/ 0 h 6858000"/>
              <a:gd name="connsiteX0" fmla="*/ 0 w 7292622"/>
              <a:gd name="connsiteY0" fmla="*/ 0 h 6858000"/>
              <a:gd name="connsiteX1" fmla="*/ 7292622 w 7292622"/>
              <a:gd name="connsiteY1" fmla="*/ 0 h 6858000"/>
              <a:gd name="connsiteX2" fmla="*/ 5147733 w 7292622"/>
              <a:gd name="connsiteY2" fmla="*/ 6858000 h 6858000"/>
              <a:gd name="connsiteX3" fmla="*/ 0 w 7292622"/>
              <a:gd name="connsiteY3" fmla="*/ 6858000 h 6858000"/>
              <a:gd name="connsiteX4" fmla="*/ 0 w 7292622"/>
              <a:gd name="connsiteY4" fmla="*/ 0 h 6858000"/>
              <a:gd name="connsiteX0" fmla="*/ 0 w 7292622"/>
              <a:gd name="connsiteY0" fmla="*/ 0 h 6858000"/>
              <a:gd name="connsiteX1" fmla="*/ 7292622 w 7292622"/>
              <a:gd name="connsiteY1" fmla="*/ 0 h 6858000"/>
              <a:gd name="connsiteX2" fmla="*/ 6084711 w 7292622"/>
              <a:gd name="connsiteY2" fmla="*/ 6858000 h 6858000"/>
              <a:gd name="connsiteX3" fmla="*/ 0 w 7292622"/>
              <a:gd name="connsiteY3" fmla="*/ 6858000 h 6858000"/>
              <a:gd name="connsiteX4" fmla="*/ 0 w 7292622"/>
              <a:gd name="connsiteY4" fmla="*/ 0 h 6858000"/>
              <a:gd name="connsiteX0" fmla="*/ 0 w 7292622"/>
              <a:gd name="connsiteY0" fmla="*/ 0 h 6959600"/>
              <a:gd name="connsiteX1" fmla="*/ 7292622 w 7292622"/>
              <a:gd name="connsiteY1" fmla="*/ 0 h 6959600"/>
              <a:gd name="connsiteX2" fmla="*/ 3220837 w 7292622"/>
              <a:gd name="connsiteY2" fmla="*/ 6959600 h 6959600"/>
              <a:gd name="connsiteX3" fmla="*/ 0 w 7292622"/>
              <a:gd name="connsiteY3" fmla="*/ 6858000 h 6959600"/>
              <a:gd name="connsiteX4" fmla="*/ 0 w 7292622"/>
              <a:gd name="connsiteY4" fmla="*/ 0 h 6959600"/>
              <a:gd name="connsiteX0" fmla="*/ 0 w 7368587"/>
              <a:gd name="connsiteY0" fmla="*/ 12700 h 6972300"/>
              <a:gd name="connsiteX1" fmla="*/ 7368587 w 7368587"/>
              <a:gd name="connsiteY1" fmla="*/ 0 h 6972300"/>
              <a:gd name="connsiteX2" fmla="*/ 3220837 w 7368587"/>
              <a:gd name="connsiteY2" fmla="*/ 6972300 h 6972300"/>
              <a:gd name="connsiteX3" fmla="*/ 0 w 7368587"/>
              <a:gd name="connsiteY3" fmla="*/ 6870700 h 6972300"/>
              <a:gd name="connsiteX4" fmla="*/ 0 w 7368587"/>
              <a:gd name="connsiteY4" fmla="*/ 12700 h 6972300"/>
              <a:gd name="connsiteX0" fmla="*/ 0 w 7368587"/>
              <a:gd name="connsiteY0" fmla="*/ 12700 h 6913934"/>
              <a:gd name="connsiteX1" fmla="*/ 7368587 w 7368587"/>
              <a:gd name="connsiteY1" fmla="*/ 0 h 6913934"/>
              <a:gd name="connsiteX2" fmla="*/ 55529 w 7368587"/>
              <a:gd name="connsiteY2" fmla="*/ 6913934 h 6913934"/>
              <a:gd name="connsiteX3" fmla="*/ 0 w 7368587"/>
              <a:gd name="connsiteY3" fmla="*/ 6870700 h 6913934"/>
              <a:gd name="connsiteX4" fmla="*/ 0 w 7368587"/>
              <a:gd name="connsiteY4" fmla="*/ 12700 h 6913934"/>
              <a:gd name="connsiteX0" fmla="*/ 0 w 7368587"/>
              <a:gd name="connsiteY0" fmla="*/ 12700 h 6970839"/>
              <a:gd name="connsiteX1" fmla="*/ 7368587 w 7368587"/>
              <a:gd name="connsiteY1" fmla="*/ 0 h 6970839"/>
              <a:gd name="connsiteX2" fmla="*/ 55529 w 7368587"/>
              <a:gd name="connsiteY2" fmla="*/ 6913934 h 6970839"/>
              <a:gd name="connsiteX3" fmla="*/ 0 w 7368587"/>
              <a:gd name="connsiteY3" fmla="*/ 6970839 h 6970839"/>
              <a:gd name="connsiteX4" fmla="*/ 0 w 7368587"/>
              <a:gd name="connsiteY4" fmla="*/ 12700 h 6970839"/>
              <a:gd name="connsiteX0" fmla="*/ 0 w 7369726"/>
              <a:gd name="connsiteY0" fmla="*/ 31957 h 6970839"/>
              <a:gd name="connsiteX1" fmla="*/ 7369726 w 7369726"/>
              <a:gd name="connsiteY1" fmla="*/ 0 h 6970839"/>
              <a:gd name="connsiteX2" fmla="*/ 56668 w 7369726"/>
              <a:gd name="connsiteY2" fmla="*/ 6913934 h 6970839"/>
              <a:gd name="connsiteX3" fmla="*/ 1139 w 7369726"/>
              <a:gd name="connsiteY3" fmla="*/ 6970839 h 6970839"/>
              <a:gd name="connsiteX4" fmla="*/ 0 w 7369726"/>
              <a:gd name="connsiteY4" fmla="*/ 31957 h 6970839"/>
              <a:gd name="connsiteX0" fmla="*/ 0 w 7297939"/>
              <a:gd name="connsiteY0" fmla="*/ 3071 h 6941953"/>
              <a:gd name="connsiteX1" fmla="*/ 7297939 w 7297939"/>
              <a:gd name="connsiteY1" fmla="*/ 0 h 6941953"/>
              <a:gd name="connsiteX2" fmla="*/ 56668 w 7297939"/>
              <a:gd name="connsiteY2" fmla="*/ 6885048 h 6941953"/>
              <a:gd name="connsiteX3" fmla="*/ 1139 w 7297939"/>
              <a:gd name="connsiteY3" fmla="*/ 6941953 h 6941953"/>
              <a:gd name="connsiteX4" fmla="*/ 0 w 7297939"/>
              <a:gd name="connsiteY4" fmla="*/ 3071 h 694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97939" h="6941953">
                <a:moveTo>
                  <a:pt x="0" y="3071"/>
                </a:moveTo>
                <a:lnTo>
                  <a:pt x="7297939" y="0"/>
                </a:lnTo>
                <a:lnTo>
                  <a:pt x="56668" y="6885048"/>
                </a:lnTo>
                <a:lnTo>
                  <a:pt x="1139" y="6941953"/>
                </a:lnTo>
                <a:cubicBezTo>
                  <a:pt x="759" y="4628992"/>
                  <a:pt x="380" y="2316032"/>
                  <a:pt x="0" y="3071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21EF187-A2D9-43E4-9A65-A8AD2711AD8A}"/>
              </a:ext>
            </a:extLst>
          </p:cNvPr>
          <p:cNvSpPr/>
          <p:nvPr userDrawn="1"/>
        </p:nvSpPr>
        <p:spPr>
          <a:xfrm flipV="1">
            <a:off x="-45" y="2093"/>
            <a:ext cx="7593038" cy="6864454"/>
          </a:xfrm>
          <a:custGeom>
            <a:avLst/>
            <a:gdLst>
              <a:gd name="connsiteX0" fmla="*/ 0 w 7292622"/>
              <a:gd name="connsiteY0" fmla="*/ 0 h 6858000"/>
              <a:gd name="connsiteX1" fmla="*/ 7292622 w 7292622"/>
              <a:gd name="connsiteY1" fmla="*/ 0 h 6858000"/>
              <a:gd name="connsiteX2" fmla="*/ 7292622 w 7292622"/>
              <a:gd name="connsiteY2" fmla="*/ 6858000 h 6858000"/>
              <a:gd name="connsiteX3" fmla="*/ 0 w 7292622"/>
              <a:gd name="connsiteY3" fmla="*/ 6858000 h 6858000"/>
              <a:gd name="connsiteX4" fmla="*/ 0 w 7292622"/>
              <a:gd name="connsiteY4" fmla="*/ 0 h 6858000"/>
              <a:gd name="connsiteX0" fmla="*/ 0 w 7292622"/>
              <a:gd name="connsiteY0" fmla="*/ 0 h 6858000"/>
              <a:gd name="connsiteX1" fmla="*/ 7292622 w 7292622"/>
              <a:gd name="connsiteY1" fmla="*/ 0 h 6858000"/>
              <a:gd name="connsiteX2" fmla="*/ 5147733 w 7292622"/>
              <a:gd name="connsiteY2" fmla="*/ 6858000 h 6858000"/>
              <a:gd name="connsiteX3" fmla="*/ 0 w 7292622"/>
              <a:gd name="connsiteY3" fmla="*/ 6858000 h 6858000"/>
              <a:gd name="connsiteX4" fmla="*/ 0 w 7292622"/>
              <a:gd name="connsiteY4" fmla="*/ 0 h 6858000"/>
              <a:gd name="connsiteX0" fmla="*/ 0 w 7292622"/>
              <a:gd name="connsiteY0" fmla="*/ 0 h 6858000"/>
              <a:gd name="connsiteX1" fmla="*/ 7292622 w 7292622"/>
              <a:gd name="connsiteY1" fmla="*/ 0 h 6858000"/>
              <a:gd name="connsiteX2" fmla="*/ 6084711 w 7292622"/>
              <a:gd name="connsiteY2" fmla="*/ 6858000 h 6858000"/>
              <a:gd name="connsiteX3" fmla="*/ 0 w 7292622"/>
              <a:gd name="connsiteY3" fmla="*/ 6858000 h 6858000"/>
              <a:gd name="connsiteX4" fmla="*/ 0 w 7292622"/>
              <a:gd name="connsiteY4" fmla="*/ 0 h 6858000"/>
              <a:gd name="connsiteX0" fmla="*/ 0 w 7292622"/>
              <a:gd name="connsiteY0" fmla="*/ 0 h 6891867"/>
              <a:gd name="connsiteX1" fmla="*/ 7292622 w 7292622"/>
              <a:gd name="connsiteY1" fmla="*/ 0 h 6891867"/>
              <a:gd name="connsiteX2" fmla="*/ 6716889 w 7292622"/>
              <a:gd name="connsiteY2" fmla="*/ 6891867 h 6891867"/>
              <a:gd name="connsiteX3" fmla="*/ 0 w 7292622"/>
              <a:gd name="connsiteY3" fmla="*/ 6858000 h 6891867"/>
              <a:gd name="connsiteX4" fmla="*/ 0 w 7292622"/>
              <a:gd name="connsiteY4" fmla="*/ 0 h 6891867"/>
              <a:gd name="connsiteX0" fmla="*/ 0 w 7292622"/>
              <a:gd name="connsiteY0" fmla="*/ 0 h 6858000"/>
              <a:gd name="connsiteX1" fmla="*/ 7292622 w 7292622"/>
              <a:gd name="connsiteY1" fmla="*/ 0 h 6858000"/>
              <a:gd name="connsiteX2" fmla="*/ 5501451 w 7292622"/>
              <a:gd name="connsiteY2" fmla="*/ 6858000 h 6858000"/>
              <a:gd name="connsiteX3" fmla="*/ 0 w 7292622"/>
              <a:gd name="connsiteY3" fmla="*/ 6858000 h 6858000"/>
              <a:gd name="connsiteX4" fmla="*/ 0 w 7292622"/>
              <a:gd name="connsiteY4" fmla="*/ 0 h 6858000"/>
              <a:gd name="connsiteX0" fmla="*/ 0 w 10195646"/>
              <a:gd name="connsiteY0" fmla="*/ 12700 h 6870700"/>
              <a:gd name="connsiteX1" fmla="*/ 10195646 w 10195646"/>
              <a:gd name="connsiteY1" fmla="*/ 0 h 6870700"/>
              <a:gd name="connsiteX2" fmla="*/ 5501451 w 10195646"/>
              <a:gd name="connsiteY2" fmla="*/ 6870700 h 6870700"/>
              <a:gd name="connsiteX3" fmla="*/ 0 w 10195646"/>
              <a:gd name="connsiteY3" fmla="*/ 6870700 h 6870700"/>
              <a:gd name="connsiteX4" fmla="*/ 0 w 10195646"/>
              <a:gd name="connsiteY4" fmla="*/ 12700 h 6870700"/>
              <a:gd name="connsiteX0" fmla="*/ 0 w 10195646"/>
              <a:gd name="connsiteY0" fmla="*/ 12700 h 6870700"/>
              <a:gd name="connsiteX1" fmla="*/ 10195646 w 10195646"/>
              <a:gd name="connsiteY1" fmla="*/ 0 h 6870700"/>
              <a:gd name="connsiteX2" fmla="*/ 3124337 w 10195646"/>
              <a:gd name="connsiteY2" fmla="*/ 6870700 h 6870700"/>
              <a:gd name="connsiteX3" fmla="*/ 0 w 10195646"/>
              <a:gd name="connsiteY3" fmla="*/ 6870700 h 6870700"/>
              <a:gd name="connsiteX4" fmla="*/ 0 w 10195646"/>
              <a:gd name="connsiteY4" fmla="*/ 12700 h 6870700"/>
              <a:gd name="connsiteX0" fmla="*/ 0 w 10195646"/>
              <a:gd name="connsiteY0" fmla="*/ 12700 h 6870700"/>
              <a:gd name="connsiteX1" fmla="*/ 10195646 w 10195646"/>
              <a:gd name="connsiteY1" fmla="*/ 0 h 6870700"/>
              <a:gd name="connsiteX2" fmla="*/ 3124337 w 10195646"/>
              <a:gd name="connsiteY2" fmla="*/ 6870700 h 6870700"/>
              <a:gd name="connsiteX3" fmla="*/ 3077582 w 10195646"/>
              <a:gd name="connsiteY3" fmla="*/ 6792879 h 6870700"/>
              <a:gd name="connsiteX4" fmla="*/ 0 w 10195646"/>
              <a:gd name="connsiteY4" fmla="*/ 12700 h 6870700"/>
              <a:gd name="connsiteX0" fmla="*/ 32226 w 7118064"/>
              <a:gd name="connsiteY0" fmla="*/ 0 h 6896911"/>
              <a:gd name="connsiteX1" fmla="*/ 7118064 w 7118064"/>
              <a:gd name="connsiteY1" fmla="*/ 26211 h 6896911"/>
              <a:gd name="connsiteX2" fmla="*/ 46755 w 7118064"/>
              <a:gd name="connsiteY2" fmla="*/ 6896911 h 6896911"/>
              <a:gd name="connsiteX3" fmla="*/ 0 w 7118064"/>
              <a:gd name="connsiteY3" fmla="*/ 6819090 h 6896911"/>
              <a:gd name="connsiteX4" fmla="*/ 32226 w 7118064"/>
              <a:gd name="connsiteY4" fmla="*/ 0 h 6896911"/>
              <a:gd name="connsiteX0" fmla="*/ 0 w 7118091"/>
              <a:gd name="connsiteY0" fmla="*/ 0 h 6893093"/>
              <a:gd name="connsiteX1" fmla="*/ 7118091 w 7118091"/>
              <a:gd name="connsiteY1" fmla="*/ 22393 h 6893093"/>
              <a:gd name="connsiteX2" fmla="*/ 46782 w 7118091"/>
              <a:gd name="connsiteY2" fmla="*/ 6893093 h 6893093"/>
              <a:gd name="connsiteX3" fmla="*/ 27 w 7118091"/>
              <a:gd name="connsiteY3" fmla="*/ 6815272 h 6893093"/>
              <a:gd name="connsiteX4" fmla="*/ 0 w 7118091"/>
              <a:gd name="connsiteY4" fmla="*/ 0 h 6893093"/>
              <a:gd name="connsiteX0" fmla="*/ 0 w 7118091"/>
              <a:gd name="connsiteY0" fmla="*/ 0 h 6893093"/>
              <a:gd name="connsiteX1" fmla="*/ 7118091 w 7118091"/>
              <a:gd name="connsiteY1" fmla="*/ 22393 h 6893093"/>
              <a:gd name="connsiteX2" fmla="*/ 46782 w 7118091"/>
              <a:gd name="connsiteY2" fmla="*/ 6893093 h 6893093"/>
              <a:gd name="connsiteX3" fmla="*/ 27 w 7118091"/>
              <a:gd name="connsiteY3" fmla="*/ 6878263 h 6893093"/>
              <a:gd name="connsiteX4" fmla="*/ 0 w 7118091"/>
              <a:gd name="connsiteY4" fmla="*/ 0 h 6893093"/>
              <a:gd name="connsiteX0" fmla="*/ 0 w 7118091"/>
              <a:gd name="connsiteY0" fmla="*/ 0 h 6878263"/>
              <a:gd name="connsiteX1" fmla="*/ 7118091 w 7118091"/>
              <a:gd name="connsiteY1" fmla="*/ 22393 h 6878263"/>
              <a:gd name="connsiteX2" fmla="*/ 47894 w 7118091"/>
              <a:gd name="connsiteY2" fmla="*/ 6841555 h 6878263"/>
              <a:gd name="connsiteX3" fmla="*/ 27 w 7118091"/>
              <a:gd name="connsiteY3" fmla="*/ 6878263 h 6878263"/>
              <a:gd name="connsiteX4" fmla="*/ 0 w 7118091"/>
              <a:gd name="connsiteY4" fmla="*/ 0 h 6878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18091" h="6878263">
                <a:moveTo>
                  <a:pt x="0" y="0"/>
                </a:moveTo>
                <a:lnTo>
                  <a:pt x="7118091" y="22393"/>
                </a:lnTo>
                <a:lnTo>
                  <a:pt x="47894" y="6841555"/>
                </a:lnTo>
                <a:lnTo>
                  <a:pt x="27" y="6878263"/>
                </a:lnTo>
                <a:cubicBezTo>
                  <a:pt x="18" y="4606506"/>
                  <a:pt x="9" y="2271757"/>
                  <a:pt x="0" y="0"/>
                </a:cubicBezTo>
                <a:close/>
              </a:path>
            </a:pathLst>
          </a:custGeom>
          <a:solidFill>
            <a:srgbClr val="000000">
              <a:alpha val="31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871D-1340-46EE-BE1E-1813A87125BF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8305209-C5D2-487B-8005-2B82042FE5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045" y="2448904"/>
            <a:ext cx="3767138" cy="995363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EB41E2B-FFCB-45AA-9079-E24F9AC64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045" y="3622817"/>
            <a:ext cx="3767138" cy="428625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0099A2E-812D-493F-9CFD-16F4F0AF263C}"/>
              </a:ext>
            </a:extLst>
          </p:cNvPr>
          <p:cNvSpPr/>
          <p:nvPr userDrawn="1"/>
        </p:nvSpPr>
        <p:spPr>
          <a:xfrm rot="5400000">
            <a:off x="5654323" y="631129"/>
            <a:ext cx="5598672" cy="5595742"/>
          </a:xfrm>
          <a:custGeom>
            <a:avLst/>
            <a:gdLst>
              <a:gd name="connsiteX0" fmla="*/ 165096 w 3035831"/>
              <a:gd name="connsiteY0" fmla="*/ 2896931 h 3034242"/>
              <a:gd name="connsiteX1" fmla="*/ 165096 w 3035831"/>
              <a:gd name="connsiteY1" fmla="*/ 1144589 h 3034242"/>
              <a:gd name="connsiteX2" fmla="*/ 330724 w 3035831"/>
              <a:gd name="connsiteY2" fmla="*/ 1144589 h 3034242"/>
              <a:gd name="connsiteX3" fmla="*/ 330724 w 3035831"/>
              <a:gd name="connsiteY3" fmla="*/ 2868613 h 3034242"/>
              <a:gd name="connsiteX4" fmla="*/ 2870199 w 3035831"/>
              <a:gd name="connsiteY4" fmla="*/ 2868613 h 3034242"/>
              <a:gd name="connsiteX5" fmla="*/ 2870199 w 3035831"/>
              <a:gd name="connsiteY5" fmla="*/ 335492 h 3034242"/>
              <a:gd name="connsiteX6" fmla="*/ 1145117 w 3035831"/>
              <a:gd name="connsiteY6" fmla="*/ 335492 h 3034242"/>
              <a:gd name="connsiteX7" fmla="*/ 1145117 w 3035831"/>
              <a:gd name="connsiteY7" fmla="*/ 169863 h 3034242"/>
              <a:gd name="connsiteX8" fmla="*/ 2870200 w 3035831"/>
              <a:gd name="connsiteY8" fmla="*/ 169863 h 3034242"/>
              <a:gd name="connsiteX9" fmla="*/ 2870200 w 3035831"/>
              <a:gd name="connsiteY9" fmla="*/ 169862 h 3034242"/>
              <a:gd name="connsiteX10" fmla="*/ 3035829 w 3035831"/>
              <a:gd name="connsiteY10" fmla="*/ 169862 h 3034242"/>
              <a:gd name="connsiteX11" fmla="*/ 3035829 w 3035831"/>
              <a:gd name="connsiteY11" fmla="*/ 169863 h 3034242"/>
              <a:gd name="connsiteX12" fmla="*/ 3035831 w 3035831"/>
              <a:gd name="connsiteY12" fmla="*/ 169863 h 3034242"/>
              <a:gd name="connsiteX13" fmla="*/ 3035831 w 3035831"/>
              <a:gd name="connsiteY13" fmla="*/ 335492 h 3034242"/>
              <a:gd name="connsiteX14" fmla="*/ 3035828 w 3035831"/>
              <a:gd name="connsiteY14" fmla="*/ 335492 h 3034242"/>
              <a:gd name="connsiteX15" fmla="*/ 3035828 w 3035831"/>
              <a:gd name="connsiteY15" fmla="*/ 2868613 h 3034242"/>
              <a:gd name="connsiteX16" fmla="*/ 3035830 w 3035831"/>
              <a:gd name="connsiteY16" fmla="*/ 2868613 h 3034242"/>
              <a:gd name="connsiteX17" fmla="*/ 3035830 w 3035831"/>
              <a:gd name="connsiteY17" fmla="*/ 3034242 h 3034242"/>
              <a:gd name="connsiteX18" fmla="*/ 165098 w 3035831"/>
              <a:gd name="connsiteY18" fmla="*/ 3034242 h 3034242"/>
              <a:gd name="connsiteX19" fmla="*/ 165098 w 3035831"/>
              <a:gd name="connsiteY19" fmla="*/ 2896931 h 3034242"/>
              <a:gd name="connsiteX20" fmla="*/ 0 w 3035831"/>
              <a:gd name="connsiteY20" fmla="*/ 781582 h 3034242"/>
              <a:gd name="connsiteX21" fmla="*/ 0 w 3035831"/>
              <a:gd name="connsiteY21" fmla="*/ 165629 h 3034242"/>
              <a:gd name="connsiteX22" fmla="*/ 0 w 3035831"/>
              <a:gd name="connsiteY22" fmla="*/ 0 h 3034242"/>
              <a:gd name="connsiteX23" fmla="*/ 165629 w 3035831"/>
              <a:gd name="connsiteY23" fmla="*/ 0 h 3034242"/>
              <a:gd name="connsiteX24" fmla="*/ 781581 w 3035831"/>
              <a:gd name="connsiteY24" fmla="*/ 0 h 3034242"/>
              <a:gd name="connsiteX25" fmla="*/ 781581 w 3035831"/>
              <a:gd name="connsiteY25" fmla="*/ 165629 h 3034242"/>
              <a:gd name="connsiteX26" fmla="*/ 165629 w 3035831"/>
              <a:gd name="connsiteY26" fmla="*/ 165629 h 3034242"/>
              <a:gd name="connsiteX27" fmla="*/ 165629 w 3035831"/>
              <a:gd name="connsiteY27" fmla="*/ 781582 h 3034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035831" h="3034242">
                <a:moveTo>
                  <a:pt x="165096" y="2896931"/>
                </a:moveTo>
                <a:lnTo>
                  <a:pt x="165096" y="1144589"/>
                </a:lnTo>
                <a:lnTo>
                  <a:pt x="330724" y="1144589"/>
                </a:lnTo>
                <a:lnTo>
                  <a:pt x="330724" y="2868613"/>
                </a:lnTo>
                <a:lnTo>
                  <a:pt x="2870199" y="2868613"/>
                </a:lnTo>
                <a:lnTo>
                  <a:pt x="2870199" y="335492"/>
                </a:lnTo>
                <a:lnTo>
                  <a:pt x="1145117" y="335492"/>
                </a:lnTo>
                <a:lnTo>
                  <a:pt x="1145117" y="169863"/>
                </a:lnTo>
                <a:lnTo>
                  <a:pt x="2870200" y="169863"/>
                </a:lnTo>
                <a:lnTo>
                  <a:pt x="2870200" y="169862"/>
                </a:lnTo>
                <a:lnTo>
                  <a:pt x="3035829" y="169862"/>
                </a:lnTo>
                <a:lnTo>
                  <a:pt x="3035829" y="169863"/>
                </a:lnTo>
                <a:lnTo>
                  <a:pt x="3035831" y="169863"/>
                </a:lnTo>
                <a:lnTo>
                  <a:pt x="3035831" y="335492"/>
                </a:lnTo>
                <a:lnTo>
                  <a:pt x="3035828" y="335492"/>
                </a:lnTo>
                <a:lnTo>
                  <a:pt x="3035828" y="2868613"/>
                </a:lnTo>
                <a:lnTo>
                  <a:pt x="3035830" y="2868613"/>
                </a:lnTo>
                <a:lnTo>
                  <a:pt x="3035830" y="3034242"/>
                </a:lnTo>
                <a:lnTo>
                  <a:pt x="165098" y="3034242"/>
                </a:lnTo>
                <a:lnTo>
                  <a:pt x="165098" y="2896931"/>
                </a:lnTo>
                <a:close/>
                <a:moveTo>
                  <a:pt x="0" y="781582"/>
                </a:moveTo>
                <a:lnTo>
                  <a:pt x="0" y="165629"/>
                </a:lnTo>
                <a:lnTo>
                  <a:pt x="0" y="0"/>
                </a:lnTo>
                <a:lnTo>
                  <a:pt x="165629" y="0"/>
                </a:lnTo>
                <a:lnTo>
                  <a:pt x="781581" y="0"/>
                </a:lnTo>
                <a:lnTo>
                  <a:pt x="781581" y="165629"/>
                </a:lnTo>
                <a:lnTo>
                  <a:pt x="165629" y="165629"/>
                </a:lnTo>
                <a:lnTo>
                  <a:pt x="165629" y="7815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45809EB6-8BFD-41B1-9C49-E69AFEC5F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5918" y="6266511"/>
            <a:ext cx="386330" cy="389811"/>
          </a:xfrm>
          <a:prstGeom prst="rect">
            <a:avLst/>
          </a:prstGeom>
        </p:spPr>
      </p:pic>
      <p:pic>
        <p:nvPicPr>
          <p:cNvPr id="5" name="Picture 4" descr="A person standing in front of a group of people in a lecture hall&#10;&#10;Description automatically generated">
            <a:extLst>
              <a:ext uri="{FF2B5EF4-FFF2-40B4-BE49-F238E27FC236}">
                <a16:creationId xmlns:a16="http://schemas.microsoft.com/office/drawing/2014/main" id="{B746E185-6AC8-0FA8-3EF8-34E2E3693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33503" y="1584442"/>
            <a:ext cx="3879468" cy="4019424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35071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C191-CBB0-4135-B899-81709D54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6ECCE-BFA5-46D3-BA30-90E29691820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26;p22">
            <a:extLst>
              <a:ext uri="{FF2B5EF4-FFF2-40B4-BE49-F238E27FC236}">
                <a16:creationId xmlns:a16="http://schemas.microsoft.com/office/drawing/2014/main" id="{82BF5273-62F0-4539-991E-E307C3CDD7F3}"/>
              </a:ext>
            </a:extLst>
          </p:cNvPr>
          <p:cNvPicPr preferRelativeResize="0"/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2925" y="6314992"/>
            <a:ext cx="296550" cy="2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097BF49-A196-4240-9EBE-85F07F2CC0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1106924"/>
            <a:ext cx="5364162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A70D70A0-5BEE-48F0-88E6-08FA50957A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2396971"/>
            <a:ext cx="5364480" cy="3918021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01148F44-68B1-4184-BF1E-78576B1EB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67271" y="1106924"/>
            <a:ext cx="5367528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63" name="Text Placeholder 52">
            <a:extLst>
              <a:ext uri="{FF2B5EF4-FFF2-40B4-BE49-F238E27FC236}">
                <a16:creationId xmlns:a16="http://schemas.microsoft.com/office/drawing/2014/main" id="{A9589940-8CD0-4E8F-BE8A-52ADBB688A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7271" y="2396971"/>
            <a:ext cx="5367528" cy="3918021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45351C-DBDF-95D1-1075-4EB841A89A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838444"/>
            <a:ext cx="5364163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anchor="ctr"/>
          <a:lstStyle>
            <a:lvl1pPr>
              <a:defRPr sz="1400" b="1"/>
            </a:lvl1pPr>
          </a:lstStyle>
          <a:p>
            <a:pPr lvl="0"/>
            <a:r>
              <a:rPr lang="en-US"/>
              <a:t>XX Minutes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60C118-36CA-4C29-BA2D-E44A0038CC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67463" y="1838444"/>
            <a:ext cx="5367337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anchor="ctr"/>
          <a:lstStyle>
            <a:lvl1pPr>
              <a:spcBef>
                <a:spcPts val="600"/>
              </a:spcBef>
              <a:defRPr sz="1400" b="1"/>
            </a:lvl1pPr>
          </a:lstStyle>
          <a:p>
            <a:pPr lvl="0"/>
            <a:r>
              <a:rPr lang="en-US"/>
              <a:t>XX Minutes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3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C191-CBB0-4135-B899-81709D542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3 Column Layout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6ECCE-BFA5-46D3-BA30-90E29691820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26;p22">
            <a:extLst>
              <a:ext uri="{FF2B5EF4-FFF2-40B4-BE49-F238E27FC236}">
                <a16:creationId xmlns:a16="http://schemas.microsoft.com/office/drawing/2014/main" id="{82BF5273-62F0-4539-991E-E307C3CDD7F3}"/>
              </a:ext>
            </a:extLst>
          </p:cNvPr>
          <p:cNvPicPr preferRelativeResize="0"/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2925" y="6314992"/>
            <a:ext cx="296550" cy="2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097BF49-A196-4240-9EBE-85F07F2CC0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1106924"/>
            <a:ext cx="3429000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A70D70A0-5BEE-48F0-88E6-08FA50957A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2392422"/>
            <a:ext cx="3429000" cy="3932178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50" name="Text Placeholder 52">
            <a:extLst>
              <a:ext uri="{FF2B5EF4-FFF2-40B4-BE49-F238E27FC236}">
                <a16:creationId xmlns:a16="http://schemas.microsoft.com/office/drawing/2014/main" id="{3A59E1A3-5E3E-4388-8C45-D1844D6AA1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8082" y="1106924"/>
            <a:ext cx="3429000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51" name="Text Placeholder 52">
            <a:extLst>
              <a:ext uri="{FF2B5EF4-FFF2-40B4-BE49-F238E27FC236}">
                <a16:creationId xmlns:a16="http://schemas.microsoft.com/office/drawing/2014/main" id="{8EC29F2C-EFF8-4E70-95D4-DE5B424A6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78082" y="2392422"/>
            <a:ext cx="3429000" cy="3932178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612D5E7E-1430-423F-9A1B-42AD543405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96268" y="1106924"/>
            <a:ext cx="3429000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86E355A7-A199-4F93-80A7-F3F23F4BCF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96268" y="2392422"/>
            <a:ext cx="3429000" cy="3932178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BC4FE2E-B3EF-437D-ACDC-2C882E4F5B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1838444"/>
            <a:ext cx="3432936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tIns="45720" bIns="45720" anchor="ctr"/>
          <a:lstStyle>
            <a:lvl1pPr>
              <a:defRPr sz="1400" b="1"/>
            </a:lvl1pPr>
          </a:lstStyle>
          <a:p>
            <a:pPr lvl="0"/>
            <a:r>
              <a:rPr lang="en-US"/>
              <a:t>XX Minutes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D4FF5BAF-5458-4E75-83B8-A162B1EA5F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8082" y="1838444"/>
            <a:ext cx="3432936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tIns="45720" bIns="45720" anchor="ctr"/>
          <a:lstStyle>
            <a:lvl1pPr>
              <a:defRPr sz="1400" b="1"/>
            </a:lvl1pPr>
          </a:lstStyle>
          <a:p>
            <a:pPr lvl="0"/>
            <a:r>
              <a:rPr lang="en-US"/>
              <a:t>XX Minutes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70FD278C-30D6-427D-835E-E46FB5FC47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96268" y="1838444"/>
            <a:ext cx="3432936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tIns="45720" bIns="45720" anchor="ctr"/>
          <a:lstStyle>
            <a:lvl1pPr>
              <a:defRPr sz="1400" b="1"/>
            </a:lvl1pPr>
          </a:lstStyle>
          <a:p>
            <a:pPr lvl="0"/>
            <a:r>
              <a:rPr lang="en-US"/>
              <a:t>XX Minutes</a:t>
            </a:r>
          </a:p>
        </p:txBody>
      </p:sp>
    </p:spTree>
    <p:extLst>
      <p:ext uri="{BB962C8B-B14F-4D97-AF65-F5344CB8AC3E}">
        <p14:creationId xmlns:p14="http://schemas.microsoft.com/office/powerpoint/2010/main" val="214518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C191-CBB0-4135-B899-81709D542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4 Column Layout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6ECCE-BFA5-46D3-BA30-90E29691820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26;p22">
            <a:extLst>
              <a:ext uri="{FF2B5EF4-FFF2-40B4-BE49-F238E27FC236}">
                <a16:creationId xmlns:a16="http://schemas.microsoft.com/office/drawing/2014/main" id="{82BF5273-62F0-4539-991E-E307C3CDD7F3}"/>
              </a:ext>
            </a:extLst>
          </p:cNvPr>
          <p:cNvPicPr preferRelativeResize="0"/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2925" y="6314992"/>
            <a:ext cx="296550" cy="2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097BF49-A196-4240-9EBE-85F07F2CC0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1106924"/>
            <a:ext cx="2500553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A70D70A0-5BEE-48F0-88E6-08FA50957A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2393910"/>
            <a:ext cx="2500553" cy="3930689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19" name="Text Placeholder 52">
            <a:extLst>
              <a:ext uri="{FF2B5EF4-FFF2-40B4-BE49-F238E27FC236}">
                <a16:creationId xmlns:a16="http://schemas.microsoft.com/office/drawing/2014/main" id="{C69A7F25-2972-4705-A2E4-F63AA85081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9120" y="1106924"/>
            <a:ext cx="2500553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21" name="Text Placeholder 52">
            <a:extLst>
              <a:ext uri="{FF2B5EF4-FFF2-40B4-BE49-F238E27FC236}">
                <a16:creationId xmlns:a16="http://schemas.microsoft.com/office/drawing/2014/main" id="{5B66C799-B31A-44D9-B293-BA54F9211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09120" y="2393910"/>
            <a:ext cx="2500553" cy="3930689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23" name="Text Placeholder 52">
            <a:extLst>
              <a:ext uri="{FF2B5EF4-FFF2-40B4-BE49-F238E27FC236}">
                <a16:creationId xmlns:a16="http://schemas.microsoft.com/office/drawing/2014/main" id="{806A919A-F7C2-4431-B9B0-9389840014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6222" y="1106924"/>
            <a:ext cx="2500553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24" name="Text Placeholder 52">
            <a:extLst>
              <a:ext uri="{FF2B5EF4-FFF2-40B4-BE49-F238E27FC236}">
                <a16:creationId xmlns:a16="http://schemas.microsoft.com/office/drawing/2014/main" id="{070DBC27-1490-4CA3-8474-823009C134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6222" y="2393910"/>
            <a:ext cx="2500553" cy="3930689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26" name="Text Placeholder 52">
            <a:extLst>
              <a:ext uri="{FF2B5EF4-FFF2-40B4-BE49-F238E27FC236}">
                <a16:creationId xmlns:a16="http://schemas.microsoft.com/office/drawing/2014/main" id="{09FD91CB-68D1-4644-B1AE-C4972FFB84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31551" y="1106924"/>
            <a:ext cx="2500553" cy="731520"/>
          </a:xfrm>
          <a:solidFill>
            <a:schemeClr val="accent1"/>
          </a:solidFill>
          <a:ln>
            <a:noFill/>
          </a:ln>
        </p:spPr>
        <p:txBody>
          <a:bodyPr lIns="91440" tIns="45720" bIns="45720" anchor="ctr">
            <a:noAutofit/>
          </a:bodyPr>
          <a:lstStyle>
            <a:lvl1pPr>
              <a:defRPr sz="18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 of Session</a:t>
            </a:r>
          </a:p>
        </p:txBody>
      </p:sp>
      <p:sp>
        <p:nvSpPr>
          <p:cNvPr id="27" name="Text Placeholder 52">
            <a:extLst>
              <a:ext uri="{FF2B5EF4-FFF2-40B4-BE49-F238E27FC236}">
                <a16:creationId xmlns:a16="http://schemas.microsoft.com/office/drawing/2014/main" id="{74D86A6F-8CBA-4877-9383-38C023E2BA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31551" y="2393910"/>
            <a:ext cx="2500553" cy="3930689"/>
          </a:xfrm>
          <a:noFill/>
          <a:ln>
            <a:noFill/>
          </a:ln>
        </p:spPr>
        <p:txBody>
          <a:bodyPr lIns="91440" tIns="45720" bIns="45720" anchor="t">
            <a:noAutofit/>
          </a:bodyPr>
          <a:lstStyle>
            <a:lvl1pPr marL="137160" indent="-137160">
              <a:buClr>
                <a:schemeClr val="accent1"/>
              </a:buClr>
              <a:buFont typeface="Arial" panose="020B0604020202020204" pitchFamily="34" charset="0"/>
              <a:buChar char="•"/>
              <a:defRPr sz="1200" b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Text</a:t>
            </a:r>
            <a:endParaRPr lang="en-IN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765BA9A3-D651-49BE-8F03-03E58C6DC0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1" y="1838444"/>
            <a:ext cx="2495161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tIns="45720" bIns="45720" anchor="ctr"/>
          <a:lstStyle>
            <a:lvl1pPr>
              <a:defRPr sz="1400" b="1"/>
            </a:lvl1pPr>
          </a:lstStyle>
          <a:p>
            <a:pPr lvl="0"/>
            <a:r>
              <a:rPr lang="en-US"/>
              <a:t>XX Minutes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1A1F90CB-AE64-4010-A6C2-61CB1EBA79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5100" y="1838444"/>
            <a:ext cx="2495161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tIns="45720" bIns="45720" anchor="ctr"/>
          <a:lstStyle>
            <a:lvl1pPr>
              <a:defRPr sz="1400" b="1"/>
            </a:lvl1pPr>
          </a:lstStyle>
          <a:p>
            <a:pPr lvl="0"/>
            <a:r>
              <a:rPr lang="en-US"/>
              <a:t>XX Minutes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D4B66E4-C119-4656-832C-C74E0B1993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13255" y="1838444"/>
            <a:ext cx="2495161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tIns="45720" bIns="45720" anchor="ctr"/>
          <a:lstStyle>
            <a:lvl1pPr>
              <a:defRPr sz="1400" b="1"/>
            </a:lvl1pPr>
          </a:lstStyle>
          <a:p>
            <a:pPr lvl="0"/>
            <a:r>
              <a:rPr lang="en-US"/>
              <a:t>XX Minutes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5DEE766-6F31-4339-99A9-9E95D7D66F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31551" y="1838444"/>
            <a:ext cx="2495161" cy="4572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91440" tIns="45720" bIns="45720" anchor="ctr"/>
          <a:lstStyle>
            <a:lvl1pPr>
              <a:defRPr sz="1400" b="1"/>
            </a:lvl1pPr>
          </a:lstStyle>
          <a:p>
            <a:pPr lvl="0"/>
            <a:r>
              <a:rPr lang="en-US"/>
              <a:t>XX Minutes</a:t>
            </a:r>
          </a:p>
        </p:txBody>
      </p:sp>
    </p:spTree>
    <p:extLst>
      <p:ext uri="{BB962C8B-B14F-4D97-AF65-F5344CB8AC3E}">
        <p14:creationId xmlns:p14="http://schemas.microsoft.com/office/powerpoint/2010/main" val="373084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Gr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823130-6D3E-4A4D-954C-435A609AA11B}"/>
              </a:ext>
            </a:extLst>
          </p:cNvPr>
          <p:cNvSpPr/>
          <p:nvPr userDrawn="1"/>
        </p:nvSpPr>
        <p:spPr>
          <a:xfrm>
            <a:off x="8380325" y="0"/>
            <a:ext cx="3811675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82B1D-1B9E-4409-8D97-6CD60D535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6660"/>
            <a:ext cx="7465926" cy="5017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Session Title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871D-1340-46EE-BE1E-1813A87125BF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D6ACC-6F57-4A10-B397-4E4FC657F33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7200" y="708370"/>
            <a:ext cx="7465926" cy="232410"/>
          </a:xfrm>
        </p:spPr>
        <p:txBody>
          <a:bodyPr tIns="0">
            <a:noAutofit/>
          </a:bodyPr>
          <a:lstStyle>
            <a:lvl1pPr>
              <a:defRPr sz="1600" b="1">
                <a:solidFill>
                  <a:schemeClr val="accent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Full day or multiday Summary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4812A-5F25-4FA2-A6FF-9EF398D023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62646" y="2895159"/>
            <a:ext cx="2872153" cy="296075"/>
          </a:xfrm>
        </p:spPr>
        <p:txBody>
          <a:bodyPr anchor="ctr">
            <a:noAutofit/>
          </a:bodyPr>
          <a:lstStyle>
            <a:lvl1pPr algn="ctr">
              <a:defRPr sz="1400"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FACULTY NAME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F1A5E1E-1106-4943-92F4-D35487903C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605324"/>
            <a:ext cx="7466013" cy="2549425"/>
          </a:xfrm>
          <a:ln>
            <a:noFill/>
          </a:ln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/>
              <a:t>Example of Summary Session</a:t>
            </a:r>
          </a:p>
        </p:txBody>
      </p:sp>
      <p:pic>
        <p:nvPicPr>
          <p:cNvPr id="13" name="Google Shape;26;p22">
            <a:extLst>
              <a:ext uri="{FF2B5EF4-FFF2-40B4-BE49-F238E27FC236}">
                <a16:creationId xmlns:a16="http://schemas.microsoft.com/office/drawing/2014/main" id="{506A1E71-776E-46E3-92A6-81B09F08DEF0}"/>
              </a:ext>
            </a:extLst>
          </p:cNvPr>
          <p:cNvPicPr preferRelativeResize="0"/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2925" y="6314992"/>
            <a:ext cx="296550" cy="2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914F55-4E2F-D05F-7ED9-FF9FF12D79F0}"/>
              </a:ext>
            </a:extLst>
          </p:cNvPr>
          <p:cNvSpPr/>
          <p:nvPr userDrawn="1"/>
        </p:nvSpPr>
        <p:spPr>
          <a:xfrm>
            <a:off x="8380237" y="0"/>
            <a:ext cx="3811675" cy="5017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</a:rPr>
              <a:t>FACULTY</a:t>
            </a:r>
            <a:endParaRPr lang="en-GB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56A8FA1-C840-9AF8-950B-5748E3A9A3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38374" y="1324238"/>
            <a:ext cx="1295400" cy="1295400"/>
          </a:xfrm>
          <a:ln w="28575">
            <a:solidFill>
              <a:schemeClr val="tx2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AE3DC7F-19EA-30E2-D14E-34DC803DE2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63013" y="3322468"/>
            <a:ext cx="2871787" cy="100983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/>
              <a:t>Affiliations / Expertise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DE6526CC-DE37-7B37-6923-3A6BA6F4F7AE}"/>
              </a:ext>
            </a:extLst>
          </p:cNvPr>
          <p:cNvSpPr/>
          <p:nvPr userDrawn="1"/>
        </p:nvSpPr>
        <p:spPr>
          <a:xfrm>
            <a:off x="0" y="1180730"/>
            <a:ext cx="2299317" cy="346229"/>
          </a:xfrm>
          <a:prstGeom prst="homePlate">
            <a:avLst/>
          </a:prstGeom>
          <a:solidFill>
            <a:srgbClr val="0A28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r>
              <a:rPr lang="en-US" sz="1400" b="1">
                <a:solidFill>
                  <a:schemeClr val="tx2"/>
                </a:solidFill>
                <a:latin typeface="Calibri"/>
                <a:cs typeface="Calibri"/>
              </a:rPr>
              <a:t>Summary of session</a:t>
            </a:r>
            <a:endParaRPr lang="en-US" sz="1400" b="1">
              <a:solidFill>
                <a:schemeClr val="tx2"/>
              </a:solidFill>
              <a:cs typeface="Calibri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B37F5D39-1EC3-2027-CB27-5C65453038B8}"/>
              </a:ext>
            </a:extLst>
          </p:cNvPr>
          <p:cNvSpPr/>
          <p:nvPr userDrawn="1"/>
        </p:nvSpPr>
        <p:spPr>
          <a:xfrm>
            <a:off x="0" y="4667977"/>
            <a:ext cx="2299317" cy="346229"/>
          </a:xfrm>
          <a:prstGeom prst="homePlate">
            <a:avLst/>
          </a:prstGeom>
          <a:solidFill>
            <a:srgbClr val="0A28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r>
              <a:rPr lang="en-US" sz="1400" b="1">
                <a:solidFill>
                  <a:schemeClr val="tx2"/>
                </a:solidFill>
                <a:latin typeface="Calibri"/>
                <a:cs typeface="Calibri"/>
              </a:rPr>
              <a:t>Learning outcomes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E6730D-7D8B-13CA-9262-48B602B2C7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5051703"/>
            <a:ext cx="7466013" cy="1272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41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Gre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823130-6D3E-4A4D-954C-435A609AA11B}"/>
              </a:ext>
            </a:extLst>
          </p:cNvPr>
          <p:cNvSpPr/>
          <p:nvPr userDrawn="1"/>
        </p:nvSpPr>
        <p:spPr>
          <a:xfrm>
            <a:off x="0" y="0"/>
            <a:ext cx="3811675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82B1D-1B9E-4409-8D97-6CD60D535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2748987" cy="3458423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871D-1340-46EE-BE1E-1813A87125BF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F1A5E1E-1106-4943-92F4-D35487903C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68787" y="914400"/>
            <a:ext cx="7466013" cy="5095875"/>
          </a:xfrm>
          <a:ln>
            <a:noFill/>
          </a:ln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9AE9B9-DE9E-4979-A083-3FE0A4D1445A}"/>
              </a:ext>
            </a:extLst>
          </p:cNvPr>
          <p:cNvSpPr/>
          <p:nvPr userDrawn="1"/>
        </p:nvSpPr>
        <p:spPr>
          <a:xfrm>
            <a:off x="0" y="0"/>
            <a:ext cx="12573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err="1"/>
          </a:p>
        </p:txBody>
      </p:sp>
    </p:spTree>
    <p:extLst>
      <p:ext uri="{BB962C8B-B14F-4D97-AF65-F5344CB8AC3E}">
        <p14:creationId xmlns:p14="http://schemas.microsoft.com/office/powerpoint/2010/main" val="388248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EC21D8-4AA3-1710-0ECA-100127712DA2}"/>
              </a:ext>
            </a:extLst>
          </p:cNvPr>
          <p:cNvSpPr/>
          <p:nvPr userDrawn="1"/>
        </p:nvSpPr>
        <p:spPr>
          <a:xfrm>
            <a:off x="0" y="-2434"/>
            <a:ext cx="12192000" cy="2022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B287CE-DC93-04E4-7532-B1613F0FF373}"/>
              </a:ext>
            </a:extLst>
          </p:cNvPr>
          <p:cNvSpPr/>
          <p:nvPr userDrawn="1"/>
        </p:nvSpPr>
        <p:spPr>
          <a:xfrm>
            <a:off x="9990538" y="0"/>
            <a:ext cx="2202924" cy="6857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72FF8-6F7C-7D18-3E8C-F32DED9DEB77}"/>
              </a:ext>
            </a:extLst>
          </p:cNvPr>
          <p:cNvSpPr/>
          <p:nvPr userDrawn="1"/>
        </p:nvSpPr>
        <p:spPr>
          <a:xfrm>
            <a:off x="0" y="2349"/>
            <a:ext cx="2777924" cy="6867525"/>
          </a:xfrm>
          <a:prstGeom prst="rect">
            <a:avLst/>
          </a:prstGeom>
          <a:solidFill>
            <a:srgbClr val="0A2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92B4D022-E24B-8461-2867-7225D318192E}"/>
              </a:ext>
            </a:extLst>
          </p:cNvPr>
          <p:cNvSpPr/>
          <p:nvPr userDrawn="1"/>
        </p:nvSpPr>
        <p:spPr>
          <a:xfrm>
            <a:off x="0" y="-21400"/>
            <a:ext cx="2777924" cy="6867524"/>
          </a:xfrm>
          <a:custGeom>
            <a:avLst/>
            <a:gdLst>
              <a:gd name="connsiteX0" fmla="*/ 0 w 2777924"/>
              <a:gd name="connsiteY0" fmla="*/ 0 h 6857999"/>
              <a:gd name="connsiteX1" fmla="*/ 2777924 w 2777924"/>
              <a:gd name="connsiteY1" fmla="*/ 0 h 6857999"/>
              <a:gd name="connsiteX2" fmla="*/ 2777924 w 2777924"/>
              <a:gd name="connsiteY2" fmla="*/ 6857999 h 6857999"/>
              <a:gd name="connsiteX3" fmla="*/ 0 w 2777924"/>
              <a:gd name="connsiteY3" fmla="*/ 6857999 h 6857999"/>
              <a:gd name="connsiteX4" fmla="*/ 0 w 2777924"/>
              <a:gd name="connsiteY4" fmla="*/ 0 h 6857999"/>
              <a:gd name="connsiteX0" fmla="*/ 0 w 2777924"/>
              <a:gd name="connsiteY0" fmla="*/ 9525 h 6867524"/>
              <a:gd name="connsiteX1" fmla="*/ 1111049 w 2777924"/>
              <a:gd name="connsiteY1" fmla="*/ 0 h 6867524"/>
              <a:gd name="connsiteX2" fmla="*/ 2777924 w 2777924"/>
              <a:gd name="connsiteY2" fmla="*/ 6867524 h 6867524"/>
              <a:gd name="connsiteX3" fmla="*/ 0 w 2777924"/>
              <a:gd name="connsiteY3" fmla="*/ 6867524 h 6867524"/>
              <a:gd name="connsiteX4" fmla="*/ 0 w 2777924"/>
              <a:gd name="connsiteY4" fmla="*/ 9525 h 6867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7924" h="6867524">
                <a:moveTo>
                  <a:pt x="0" y="9525"/>
                </a:moveTo>
                <a:lnTo>
                  <a:pt x="1111049" y="0"/>
                </a:lnTo>
                <a:lnTo>
                  <a:pt x="2777924" y="6867524"/>
                </a:lnTo>
                <a:lnTo>
                  <a:pt x="0" y="6867524"/>
                </a:lnTo>
                <a:lnTo>
                  <a:pt x="0" y="9525"/>
                </a:lnTo>
                <a:close/>
              </a:path>
            </a:pathLst>
          </a:custGeom>
          <a:solidFill>
            <a:schemeClr val="accent2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23">
            <a:extLst>
              <a:ext uri="{FF2B5EF4-FFF2-40B4-BE49-F238E27FC236}">
                <a16:creationId xmlns:a16="http://schemas.microsoft.com/office/drawing/2014/main" id="{66FC2092-2451-4334-3DB4-43A0ECE286C3}"/>
              </a:ext>
            </a:extLst>
          </p:cNvPr>
          <p:cNvSpPr/>
          <p:nvPr userDrawn="1"/>
        </p:nvSpPr>
        <p:spPr>
          <a:xfrm>
            <a:off x="0" y="1824415"/>
            <a:ext cx="2777924" cy="5076601"/>
          </a:xfrm>
          <a:custGeom>
            <a:avLst/>
            <a:gdLst>
              <a:gd name="connsiteX0" fmla="*/ 0 w 2777924"/>
              <a:gd name="connsiteY0" fmla="*/ 0 h 6857999"/>
              <a:gd name="connsiteX1" fmla="*/ 2777924 w 2777924"/>
              <a:gd name="connsiteY1" fmla="*/ 0 h 6857999"/>
              <a:gd name="connsiteX2" fmla="*/ 2777924 w 2777924"/>
              <a:gd name="connsiteY2" fmla="*/ 6857999 h 6857999"/>
              <a:gd name="connsiteX3" fmla="*/ 0 w 2777924"/>
              <a:gd name="connsiteY3" fmla="*/ 6857999 h 6857999"/>
              <a:gd name="connsiteX4" fmla="*/ 0 w 2777924"/>
              <a:gd name="connsiteY4" fmla="*/ 0 h 6857999"/>
              <a:gd name="connsiteX0" fmla="*/ 0 w 2777924"/>
              <a:gd name="connsiteY0" fmla="*/ 0 h 6857999"/>
              <a:gd name="connsiteX1" fmla="*/ 2777924 w 2777924"/>
              <a:gd name="connsiteY1" fmla="*/ 6857999 h 6857999"/>
              <a:gd name="connsiteX2" fmla="*/ 0 w 2777924"/>
              <a:gd name="connsiteY2" fmla="*/ 6857999 h 6857999"/>
              <a:gd name="connsiteX3" fmla="*/ 0 w 2777924"/>
              <a:gd name="connsiteY3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7924" h="6857999">
                <a:moveTo>
                  <a:pt x="0" y="0"/>
                </a:moveTo>
                <a:lnTo>
                  <a:pt x="277792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DE7D31-7AB1-3E01-D29F-3CF8DE0E47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6075" y="201632"/>
            <a:ext cx="2008505" cy="1754187"/>
          </a:xfrm>
          <a:ln w="38100"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Click icon to insert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B77622-C288-E7F2-57A7-450C705DF9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10" y="2618014"/>
            <a:ext cx="2449314" cy="521426"/>
          </a:xfrm>
        </p:spPr>
        <p:txBody>
          <a:bodyPr/>
          <a:lstStyle>
            <a:lvl1pPr marL="0" indent="0">
              <a:buClr>
                <a:schemeClr val="accent1"/>
              </a:buClr>
              <a:buFont typeface="Arial" panose="020B0604020202020204" pitchFamily="34" charset="0"/>
              <a:buNone/>
              <a:defRPr sz="1100" b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  <a:p>
            <a:pPr lvl="0"/>
            <a:r>
              <a:rPr lang="en-US" dirty="0"/>
              <a:t>XXXX</a:t>
            </a:r>
          </a:p>
          <a:p>
            <a:pPr lvl="0"/>
            <a:r>
              <a:rPr lang="en-US" dirty="0"/>
              <a:t>XXXX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85ADCEF-7201-2113-31B3-0E750CD60C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4179" y="5075157"/>
            <a:ext cx="2449314" cy="1177393"/>
          </a:xfrm>
        </p:spPr>
        <p:txBody>
          <a:bodyPr/>
          <a:lstStyle>
            <a:lvl1pPr marL="91440" indent="-91440"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XXXX</a:t>
            </a:r>
            <a:endParaRPr lang="en-IN" dirty="0"/>
          </a:p>
        </p:txBody>
      </p:sp>
      <p:pic>
        <p:nvPicPr>
          <p:cNvPr id="15" name="Graphic 14" descr="Marker with solid fill">
            <a:extLst>
              <a:ext uri="{FF2B5EF4-FFF2-40B4-BE49-F238E27FC236}">
                <a16:creationId xmlns:a16="http://schemas.microsoft.com/office/drawing/2014/main" id="{E734B83B-019A-91F6-C03D-37DF626DBC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4097" y="6299112"/>
            <a:ext cx="415771" cy="415771"/>
          </a:xfrm>
          <a:prstGeom prst="rect">
            <a:avLst/>
          </a:prstGeom>
        </p:spPr>
      </p:pic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2D188CBD-52D6-FCE2-0FA2-64B134F673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868" y="6408897"/>
            <a:ext cx="2110952" cy="184500"/>
          </a:xfrm>
        </p:spPr>
        <p:txBody>
          <a:bodyPr anchor="ctr"/>
          <a:lstStyle>
            <a:lvl1pPr>
              <a:defRPr sz="110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Location</a:t>
            </a:r>
            <a:endParaRPr lang="en-IN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2C95321-7C86-2146-ADAC-1A5CBEA5A5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38274" y="403285"/>
            <a:ext cx="5387541" cy="429260"/>
          </a:xfrm>
        </p:spPr>
        <p:txBody>
          <a:bodyPr anchor="ctr"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4B4C7A0-FB0E-4F3F-4ECD-12676FBCB2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475" y="996375"/>
            <a:ext cx="6902976" cy="991235"/>
          </a:xfrm>
        </p:spPr>
        <p:txBody>
          <a:bodyPr/>
          <a:lstStyle>
            <a:lvl1pPr marL="118872" indent="-118872">
              <a:spcBef>
                <a:spcPts val="400"/>
              </a:spcBef>
              <a:buFont typeface="Arial" panose="020B0604020202020204" pitchFamily="34" charset="0"/>
              <a:buChar char="•"/>
              <a:defRPr sz="1200" b="1">
                <a:solidFill>
                  <a:srgbClr val="0A28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Current Position</a:t>
            </a:r>
            <a:endParaRPr lang="en-IN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0234D4C-1E45-DA8D-F975-CB8F3C735D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8475" y="2151439"/>
            <a:ext cx="6781799" cy="4220213"/>
          </a:xfrm>
        </p:spPr>
        <p:txBody>
          <a:bodyPr/>
          <a:lstStyle>
            <a:lvl1pPr marL="118872" indent="-118872">
              <a:spcBef>
                <a:spcPts val="3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71450" indent="-171450">
              <a:buFont typeface="Arial" panose="020B0604020202020204" pitchFamily="34" charset="0"/>
              <a:buChar char="•"/>
              <a:defRPr sz="100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365760" indent="-171450">
              <a:buFont typeface="Arial" panose="020B0604020202020204" pitchFamily="34" charset="0"/>
              <a:buChar char="•"/>
              <a:defRPr sz="100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171450" indent="-171450">
              <a:buFont typeface="Arial" panose="020B0604020202020204" pitchFamily="34" charset="0"/>
              <a:buChar char="•"/>
              <a:defRPr sz="100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71450" indent="-171450">
              <a:buFont typeface="Arial" panose="020B0604020202020204" pitchFamily="34" charset="0"/>
              <a:buChar char="•"/>
              <a:defRPr sz="10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Experience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9B7C3B-022A-3705-5A54-74BC5D1110FA}"/>
              </a:ext>
            </a:extLst>
          </p:cNvPr>
          <p:cNvSpPr txBox="1"/>
          <p:nvPr userDrawn="1"/>
        </p:nvSpPr>
        <p:spPr>
          <a:xfrm>
            <a:off x="328609" y="4858188"/>
            <a:ext cx="603691" cy="184150"/>
          </a:xfrm>
          <a:prstGeom prst="rect">
            <a:avLst/>
          </a:prstGeom>
          <a:noFill/>
        </p:spPr>
        <p:txBody>
          <a:bodyPr wrap="none" lIns="0" rtlCol="0" anchor="ctr">
            <a:noAutofit/>
          </a:bodyPr>
          <a:lstStyle/>
          <a:p>
            <a:r>
              <a:rPr lang="en-IN" sz="1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Education:</a:t>
            </a:r>
          </a:p>
        </p:txBody>
      </p:sp>
      <p:pic>
        <p:nvPicPr>
          <p:cNvPr id="29" name="Google Shape;26;p22">
            <a:extLst>
              <a:ext uri="{FF2B5EF4-FFF2-40B4-BE49-F238E27FC236}">
                <a16:creationId xmlns:a16="http://schemas.microsoft.com/office/drawing/2014/main" id="{22E5DE97-506F-608F-FA65-E0B97D60CD9F}"/>
              </a:ext>
            </a:extLst>
          </p:cNvPr>
          <p:cNvPicPr preferRelativeResize="0"/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2925" y="6314992"/>
            <a:ext cx="296550" cy="2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C54A35-F94D-6567-B218-93C162BE9A64}"/>
              </a:ext>
            </a:extLst>
          </p:cNvPr>
          <p:cNvSpPr/>
          <p:nvPr userDrawn="1"/>
        </p:nvSpPr>
        <p:spPr>
          <a:xfrm>
            <a:off x="0" y="2129982"/>
            <a:ext cx="2777924" cy="25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AD8D62-3335-BAC7-E0CF-D62AC819CA43}"/>
              </a:ext>
            </a:extLst>
          </p:cNvPr>
          <p:cNvSpPr txBox="1"/>
          <p:nvPr userDrawn="1"/>
        </p:nvSpPr>
        <p:spPr>
          <a:xfrm>
            <a:off x="328610" y="2154889"/>
            <a:ext cx="603691" cy="184150"/>
          </a:xfrm>
          <a:prstGeom prst="rect">
            <a:avLst/>
          </a:prstGeom>
          <a:noFill/>
        </p:spPr>
        <p:txBody>
          <a:bodyPr wrap="none" lIns="0" rtlCol="0" anchor="ctr">
            <a:no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Expertise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E22F7-165C-7FC4-48C0-2C5A8A1D79F6}"/>
              </a:ext>
            </a:extLst>
          </p:cNvPr>
          <p:cNvSpPr txBox="1"/>
          <p:nvPr userDrawn="1"/>
        </p:nvSpPr>
        <p:spPr>
          <a:xfrm>
            <a:off x="328610" y="2427877"/>
            <a:ext cx="1023940" cy="184150"/>
          </a:xfrm>
          <a:prstGeom prst="rect">
            <a:avLst/>
          </a:prstGeom>
          <a:noFill/>
        </p:spPr>
        <p:txBody>
          <a:bodyPr wrap="none" lIns="0" rtlCol="0" anchor="ctr">
            <a:noAutofit/>
          </a:bodyPr>
          <a:lstStyle/>
          <a:p>
            <a:r>
              <a:rPr lang="en-IN" sz="12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Topics: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75DB5-0E19-AA11-D2B2-88081BA62822}"/>
              </a:ext>
            </a:extLst>
          </p:cNvPr>
          <p:cNvSpPr txBox="1"/>
          <p:nvPr userDrawn="1"/>
        </p:nvSpPr>
        <p:spPr>
          <a:xfrm>
            <a:off x="328610" y="3282987"/>
            <a:ext cx="1023940" cy="184150"/>
          </a:xfrm>
          <a:prstGeom prst="rect">
            <a:avLst/>
          </a:prstGeom>
          <a:noFill/>
        </p:spPr>
        <p:txBody>
          <a:bodyPr wrap="none" lIns="0" rtlCol="0" anchor="ctr">
            <a:noAutofit/>
          </a:bodyPr>
          <a:lstStyle/>
          <a:p>
            <a:r>
              <a:rPr lang="en-IN" sz="1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 Topics: </a:t>
            </a:r>
            <a:endParaRPr lang="en-IN" sz="1000" b="1" dirty="0">
              <a:solidFill>
                <a:schemeClr val="accent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0098AD0-77B2-3D17-904D-C5F69D6E21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8610" y="3494614"/>
            <a:ext cx="2449311" cy="914400"/>
          </a:xfrm>
        </p:spPr>
        <p:txBody>
          <a:bodyPr/>
          <a:lstStyle>
            <a:lvl1pPr marL="0" indent="0">
              <a:buClr>
                <a:schemeClr val="accent1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365760" indent="-1714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</p:spTree>
    <p:extLst>
      <p:ext uri="{BB962C8B-B14F-4D97-AF65-F5344CB8AC3E}">
        <p14:creationId xmlns:p14="http://schemas.microsoft.com/office/powerpoint/2010/main" val="3014858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>
            <a:spLocks noGrp="1"/>
          </p:cNvSpPr>
          <p:nvPr>
            <p:ph type="sldNum" idx="12"/>
          </p:nvPr>
        </p:nvSpPr>
        <p:spPr>
          <a:xfrm>
            <a:off x="457200" y="6466840"/>
            <a:ext cx="365700" cy="1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1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FE2038-FBB7-4637-BA2F-531A2EA2003E}"/>
              </a:ext>
            </a:extLst>
          </p:cNvPr>
          <p:cNvSpPr/>
          <p:nvPr userDrawn="1"/>
        </p:nvSpPr>
        <p:spPr>
          <a:xfrm>
            <a:off x="0" y="0"/>
            <a:ext cx="12573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err="1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1931CE66-C353-45F2-B1AA-CFF19424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659"/>
            <a:ext cx="11277600" cy="68868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C077D9-D7B0-4227-9338-259DD4220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52580"/>
            <a:ext cx="11277600" cy="497202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26;p22">
            <a:extLst>
              <a:ext uri="{FF2B5EF4-FFF2-40B4-BE49-F238E27FC236}">
                <a16:creationId xmlns:a16="http://schemas.microsoft.com/office/drawing/2014/main" id="{416EB7DD-1BE7-4884-B241-29E228B67E8F}"/>
              </a:ext>
            </a:extLst>
          </p:cNvPr>
          <p:cNvPicPr preferRelativeResize="0"/>
          <p:nvPr userDrawn="1"/>
        </p:nvPicPr>
        <p:blipFill>
          <a:blip r:embed="rId11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82925" y="6314992"/>
            <a:ext cx="296550" cy="296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3935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00" b="1" i="0" u="none" strike="noStrike" cap="none">
          <a:solidFill>
            <a:schemeClr val="accent2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L="182880" marR="0" lvl="1" indent="-18288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•"/>
        <a:defRPr sz="12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2pPr>
      <a:lvl3pPr marL="365760" marR="0" lvl="2" indent="-17145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Calibri" panose="020F0502020204030204" pitchFamily="34" charset="0"/>
        <a:buChar char="‒"/>
        <a:defRPr sz="12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576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392">
          <p15:clr>
            <a:srgbClr val="F26B43"/>
          </p15:clr>
        </p15:guide>
        <p15:guide id="7" orient="horz" pos="840">
          <p15:clr>
            <a:srgbClr val="F26B43"/>
          </p15:clr>
        </p15:guide>
      </p15:sldGuideLst>
    </p:ext>
  </p:ext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pbjworking.com" TargetMode="External"/><Relationship Id="rId3" Type="http://schemas.openxmlformats.org/officeDocument/2006/relationships/hyperlink" Target="https://www.linkedin.com/in/pbjworking/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FD78-67A9-0692-23B7-FCB68120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B3FAD7-D29F-9D2E-A61E-724D28C107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AX Productivity | AI Skills &amp; Harness Engineering | Cloud Modernization in Finance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D3E03-8A9C-F0B8-C52D-4DE2C428F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MS in AI &amp; Big Data · MBA — aSSIST University &amp; SDG MS (Geneva, Switzerland)</a:t>
            </a:r>
          </a:p>
          <a:p>
            <a:r>
              <a:rPr lang="en-US" dirty="0"/>
              <a:t>BA in Computer Science — Korea National Open University</a:t>
            </a:r>
          </a:p>
          <a:p>
            <a:r>
              <a:rPr lang="en-US" dirty="0"/>
              <a:t>BA in Political Science &amp; Communication — Sogang University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315E02-7310-FD10-45AA-2CC78D0305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Seoul, South Korea</a:t>
            </a:r>
            <a:endParaRPr lang="en-IN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EA3AEDA-84FF-DF15-AD4F-7FB1723A4B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ByungJun Park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807C47B-6DA9-DF3E-9C72-D227289609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Principal AI &amp; IT Education Consultant — Modulabs · UD IMPACT</a:t>
            </a:r>
          </a:p>
          <a:p>
            <a:r>
              <a:rPr lang="en-US" dirty="0"/>
              <a:t>Former Platform Backend Engineer — Kakao Kidsnote</a:t>
            </a:r>
          </a:p>
          <a:p>
            <a:r>
              <a:rPr lang="en-US" dirty="0"/>
              <a:t>Former FinTech &amp; Blockchain Backend Engineer — Coinbit Exchange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3811E6-8503-2035-D4B7-EC9A4038BB7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14505" y="1987610"/>
            <a:ext cx="7145590" cy="2400586"/>
          </a:xfrm>
        </p:spPr>
        <p:txBody>
          <a:bodyPr/>
          <a:lstStyle/>
          <a:p>
            <a:pPr algn="just"/>
            <a:r>
              <a:rPr lang="en-US" dirty="0"/>
              <a:t>A backend engineer turned AI and technology educator. Spent three years building high-throughput systems for Korean fintech and consumer platforms — sole engineer responsible for the advertising backend at Kakao Kidsnote, where the platform's ad revenue more than doubled over two years with zero production incidents after relaunch, and architect of a real-time alerting system at the Coinbit cryptocurrency exchange capable of dispatching three million notifications per minute, alongside backend work for ISMS-P information-security certification. AWS Certified Solutions Architect – Associate.</a:t>
            </a:r>
          </a:p>
          <a:p>
            <a:pPr algn="just"/>
            <a:r>
              <a:rPr lang="en-US" dirty="0"/>
              <a:t>Delivers in-service technology programs for Hana Financial Group, KT, Kia Motors and LG HelloVision, and teaches on national workforce tracks at Sahmyook University, Modulabs and the Korea Information Education Institute — the Sahmyook KDT track graduated two consecutive cohorts at 100%. Has delivered programs in the United States and the Middle East, and led a KOICA-sponsored program in Korea for Sri Lankan platform operators. Contributor to policy research on AI education and curriculum innovation (KRIVET; Hanbat National University). Teaches in Korean and English.</a:t>
            </a:r>
          </a:p>
          <a:p>
            <a:pPr algn="just"/>
            <a:r>
              <a:rPr lang="en-US" dirty="0"/>
              <a:t>Industry specific experience as a practitioner and/or educator across globe: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B38973-B849-4254-DD5D-32E6D50966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6550" y="3487172"/>
            <a:ext cx="2449311" cy="13206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Spec-Driven Development for Both Engineers and Non-engineers | Hands-off AI Workflow Automation with Maximum Job Ownership | Prompt and Context Engineering | Microservices and Kubernetes Operations | Kafka Event Streaming | Ad-Tech Targeting and ML Monetization</a:t>
            </a:r>
            <a:endParaRPr lang="en-GB" dirty="0"/>
          </a:p>
        </p:txBody>
      </p:sp>
      <p:sp>
        <p:nvSpPr>
          <p:cNvPr id="13" name="Rectangle: Rounded Corners 12">
            <a:hlinkClick r:id="rId2"/>
            <a:extLst>
              <a:ext uri="{FF2B5EF4-FFF2-40B4-BE49-F238E27FC236}">
                <a16:creationId xmlns:a16="http://schemas.microsoft.com/office/drawing/2014/main" id="{F5440EB9-96AB-8D37-CE79-38018F7A7130}"/>
              </a:ext>
            </a:extLst>
          </p:cNvPr>
          <p:cNvSpPr/>
          <p:nvPr/>
        </p:nvSpPr>
        <p:spPr>
          <a:xfrm>
            <a:off x="10305770" y="5257800"/>
            <a:ext cx="1425388" cy="35052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Portfolio</a:t>
            </a:r>
          </a:p>
        </p:txBody>
      </p:sp>
      <p:sp>
        <p:nvSpPr>
          <p:cNvPr id="14" name="Rectangle: Rounded Corners 13">
            <a:hlinkClick r:id="rId3"/>
            <a:extLst>
              <a:ext uri="{FF2B5EF4-FFF2-40B4-BE49-F238E27FC236}">
                <a16:creationId xmlns:a16="http://schemas.microsoft.com/office/drawing/2014/main" id="{E89D6617-2443-3D62-A0EF-2B84F662B85A}"/>
              </a:ext>
            </a:extLst>
          </p:cNvPr>
          <p:cNvSpPr/>
          <p:nvPr/>
        </p:nvSpPr>
        <p:spPr>
          <a:xfrm>
            <a:off x="10305770" y="5760720"/>
            <a:ext cx="1425388" cy="350520"/>
          </a:xfrm>
          <a:prstGeom prst="roundRect">
            <a:avLst>
              <a:gd name="adj" fmla="val 5000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LinkedIn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79538E-330E-D368-8A31-4D3DB76C6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67180"/>
              </p:ext>
            </p:extLst>
          </p:nvPr>
        </p:nvGraphicFramePr>
        <p:xfrm>
          <a:off x="2758573" y="4279392"/>
          <a:ext cx="7220166" cy="24249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55267">
                  <a:extLst>
                    <a:ext uri="{9D8B030D-6E8A-4147-A177-3AD203B41FA5}">
                      <a16:colId xmlns:a16="http://schemas.microsoft.com/office/drawing/2014/main" val="3279576141"/>
                    </a:ext>
                  </a:extLst>
                </a:gridCol>
                <a:gridCol w="4664899">
                  <a:extLst>
                    <a:ext uri="{9D8B030D-6E8A-4147-A177-3AD203B41FA5}">
                      <a16:colId xmlns:a16="http://schemas.microsoft.com/office/drawing/2014/main" val="906309542"/>
                    </a:ext>
                  </a:extLst>
                </a:gridCol>
              </a:tblGrid>
              <a:tr h="24341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Industry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Companies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635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974502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r>
                        <a:rPr lang="en-IN" sz="1100" i="1" dirty="0">
                          <a:solidFill>
                            <a:schemeClr val="bg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 &amp; Finance</a:t>
                      </a:r>
                      <a:endParaRPr lang="en-IN" sz="1100" i="1" dirty="0">
                        <a:solidFill>
                          <a:schemeClr val="bg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Hana Financial Group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149653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r>
                        <a:rPr lang="en-IN" sz="1100" i="1" dirty="0">
                          <a:solidFill>
                            <a:schemeClr val="bg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Assets &amp; Exchanges</a:t>
                      </a:r>
                      <a:endParaRPr lang="en-IN" sz="1100" i="1" dirty="0">
                        <a:solidFill>
                          <a:schemeClr val="bg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Axiasoft (Coinbit)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13657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r>
                        <a:rPr lang="en-IN" sz="1100" i="1" dirty="0">
                          <a:solidFill>
                            <a:schemeClr val="bg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Internet &amp; Consumer Platform</a:t>
                      </a:r>
                      <a:endParaRPr lang="en-IN" sz="1100" i="1" dirty="0">
                        <a:solidFill>
                          <a:schemeClr val="bg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Kakao Kidsnote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510609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r>
                        <a:rPr lang="en-IN" sz="1100" i="1" dirty="0">
                          <a:solidFill>
                            <a:schemeClr val="bg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Telecommunications &amp; Media</a:t>
                      </a:r>
                      <a:endParaRPr lang="en-IN" sz="1100" i="1" dirty="0">
                        <a:solidFill>
                          <a:schemeClr val="bg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KT, LG HelloVision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110521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r>
                        <a:rPr lang="en-IN" sz="1100" i="1" dirty="0">
                          <a:solidFill>
                            <a:schemeClr val="bg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Automotive &amp; Manufacturing</a:t>
                      </a:r>
                      <a:endParaRPr lang="en-IN" sz="1100" i="1" dirty="0">
                        <a:solidFill>
                          <a:schemeClr val="bg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Kia Motors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476575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r>
                        <a:rPr lang="en-IN" sz="1100" i="1" dirty="0">
                          <a:solidFill>
                            <a:schemeClr val="bg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Government &amp; Public Sector</a:t>
                      </a:r>
                      <a:endParaRPr lang="en-IN" sz="1100" i="1" dirty="0">
                        <a:solidFill>
                          <a:schemeClr val="bg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KOICA, Korea Productivity Center, Korea Software Industry Association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55953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r>
                        <a:rPr lang="en-IN" sz="1100" i="1" dirty="0">
                          <a:solidFill>
                            <a:schemeClr val="bg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Higher Education</a:t>
                      </a:r>
                      <a:endParaRPr lang="en-IN" sz="1100" i="1" dirty="0">
                        <a:solidFill>
                          <a:schemeClr val="bg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Sahmyook University, Kwangwoon University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236891"/>
                  </a:ext>
                </a:extLst>
              </a:tr>
              <a:tr h="272695">
                <a:tc>
                  <a:txBody>
                    <a:bodyPr/>
                    <a:lstStyle/>
                    <a:p>
                      <a:r>
                        <a:rPr lang="en-IN" sz="1100" i="1" dirty="0">
                          <a:solidFill>
                            <a:schemeClr val="bg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&amp; Executive Training</a:t>
                      </a:r>
                      <a:endParaRPr lang="en-IN" sz="1100" i="1" dirty="0">
                        <a:solidFill>
                          <a:schemeClr val="bg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43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Samsung Multicampus, Modulabs, Goorm EDU, Sparta Coding Club</a:t>
                      </a:r>
                      <a:endParaRPr lang="en-IN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030508"/>
                  </a:ext>
                </a:extLst>
              </a:tr>
            </a:tbl>
          </a:graphicData>
        </a:graphic>
      </p:graphicFrame>
      <p:pic>
        <p:nvPicPr>
          <p:cNvPr id="4" name="Picture Placeholder 3" descr="headshot-square.png"/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t="6331" b="6331"/>
          <a:stretch>
            <a:fillRect/>
          </a:stretch>
        </p:blipFill>
        <p:spPr/>
      </p:pic>
      <p:pic>
        <p:nvPicPr>
          <p:cNvPr id="17" name="Picture 16" descr="rail-logo-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2" y="365760"/>
            <a:ext cx="1810512" cy="841888"/>
          </a:xfrm>
          <a:prstGeom prst="rect">
            <a:avLst/>
          </a:prstGeom>
        </p:spPr>
      </p:pic>
      <p:pic>
        <p:nvPicPr>
          <p:cNvPr id="18" name="Picture 17" descr="rail-logo-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992" y="1335024"/>
            <a:ext cx="1810512" cy="1357077"/>
          </a:xfrm>
          <a:prstGeom prst="rect">
            <a:avLst/>
          </a:prstGeom>
        </p:spPr>
      </p:pic>
      <p:pic>
        <p:nvPicPr>
          <p:cNvPr id="19" name="Picture 18" descr="rail-logo-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2992" y="3310128"/>
            <a:ext cx="1810512" cy="1504233"/>
          </a:xfrm>
          <a:prstGeom prst="rect">
            <a:avLst/>
          </a:prstGeom>
        </p:spPr>
      </p:pic>
      <p:sp>
        <p:nvSpPr>
          <p:cNvPr id="20" name="Casebook Caption"/>
          <p:cNvSpPr txBox="1"/>
          <p:nvPr/>
        </p:nvSpPr>
        <p:spPr>
          <a:xfrm>
            <a:off x="10222992" y="2862072"/>
            <a:ext cx="18105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B050"/>
                </a:solidFill>
                <a:latin typeface="Calibri"/>
              </a:rPr>
              <a:t>2026 AX Consulting Casebook</a:t>
            </a:r>
          </a:p>
        </p:txBody>
      </p:sp>
    </p:spTree>
    <p:extLst>
      <p:ext uri="{BB962C8B-B14F-4D97-AF65-F5344CB8AC3E}">
        <p14:creationId xmlns:p14="http://schemas.microsoft.com/office/powerpoint/2010/main" val="1843156700"/>
      </p:ext>
    </p:extLst>
  </p:cSld>
  <p:clrMapOvr>
    <a:masterClrMapping/>
  </p:clrMapOvr>
</p:sld>
</file>

<file path=ppt/theme/theme1.xml><?xml version="1.0" encoding="utf-8"?>
<a:theme xmlns:a="http://schemas.openxmlformats.org/drawingml/2006/main" name="1_Emeritus">
  <a:themeElements>
    <a:clrScheme name="Emeritu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BE6D"/>
      </a:accent1>
      <a:accent2>
        <a:srgbClr val="000000"/>
      </a:accent2>
      <a:accent3>
        <a:srgbClr val="7F7F7F"/>
      </a:accent3>
      <a:accent4>
        <a:srgbClr val="A5A5A5"/>
      </a:accent4>
      <a:accent5>
        <a:srgbClr val="C9C9C9"/>
      </a:accent5>
      <a:accent6>
        <a:srgbClr val="EDEDED"/>
      </a:accent6>
      <a:hlink>
        <a:srgbClr val="00BE6D"/>
      </a:hlink>
      <a:folHlink>
        <a:srgbClr val="00BE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D160EAB-F2CE-4386-8B70-C17E4A484858}" vid="{18ED7850-0972-4B68-BE70-B5D3313B82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Updated2021 xmlns="5b57c03d-dbe8-4946-a028-ef3d130a5332" xsi:nil="true"/>
    <PublishingExpirationDate xmlns="http://schemas.microsoft.com/sharepoint/v3" xsi:nil="true"/>
    <PublishingStartDate xmlns="http://schemas.microsoft.com/sharepoint/v3" xsi:nil="true"/>
    <lcf76f155ced4ddcb4097134ff3c332f xmlns="5b57c03d-dbe8-4946-a028-ef3d130a5332">
      <Terms xmlns="http://schemas.microsoft.com/office/infopath/2007/PartnerControls"/>
    </lcf76f155ced4ddcb4097134ff3c332f>
    <TaxCatchAll xmlns="847679be-607c-46bd-8c6a-21e964505fbd" xsi:nil="true"/>
    <SharedWithUsers xmlns="847679be-607c-46bd-8c6a-21e964505fbd">
      <UserInfo>
        <DisplayName>Varun Roy</DisplayName>
        <AccountId>1237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6F48C1C4EDB84CA2EEBF6B797E2A93" ma:contentTypeVersion="20" ma:contentTypeDescription="Create a new document." ma:contentTypeScope="" ma:versionID="9d71c11ed8343844df59c1986730d14f">
  <xsd:schema xmlns:xsd="http://www.w3.org/2001/XMLSchema" xmlns:xs="http://www.w3.org/2001/XMLSchema" xmlns:p="http://schemas.microsoft.com/office/2006/metadata/properties" xmlns:ns1="http://schemas.microsoft.com/sharepoint/v3" xmlns:ns2="5b57c03d-dbe8-4946-a028-ef3d130a5332" xmlns:ns3="847679be-607c-46bd-8c6a-21e964505fbd" targetNamespace="http://schemas.microsoft.com/office/2006/metadata/properties" ma:root="true" ma:fieldsID="0cb99d0b5efa4e640cdaaf5ad11729e0" ns1:_="" ns2:_="" ns3:_="">
    <xsd:import namespace="http://schemas.microsoft.com/sharepoint/v3"/>
    <xsd:import namespace="5b57c03d-dbe8-4946-a028-ef3d130a5332"/>
    <xsd:import namespace="847679be-607c-46bd-8c6a-21e964505fbd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Updated2021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57c03d-dbe8-4946-a028-ef3d130a53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Updated2021" ma:index="21" nillable="true" ma:displayName="Updated 2021" ma:format="Dropdown" ma:internalName="Updated2021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8679018-c8b5-43e9-adcd-8cca0014b2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679be-607c-46bd-8c6a-21e964505fb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77426469-12f8-4ed1-8cb2-eb5fa6040122}" ma:internalName="TaxCatchAll" ma:showField="CatchAllData" ma:web="847679be-607c-46bd-8c6a-21e964505f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891E79-69DE-4B1E-AE73-F80BA9F6408D}">
  <ds:schemaRefs>
    <ds:schemaRef ds:uri="http://schemas.microsoft.com/office/2006/metadata/properties"/>
    <ds:schemaRef ds:uri="http://schemas.microsoft.com/office/infopath/2007/PartnerControls"/>
    <ds:schemaRef ds:uri="5b57c03d-dbe8-4946-a028-ef3d130a5332"/>
    <ds:schemaRef ds:uri="http://schemas.microsoft.com/sharepoint/v3"/>
    <ds:schemaRef ds:uri="847679be-607c-46bd-8c6a-21e964505fbd"/>
  </ds:schemaRefs>
</ds:datastoreItem>
</file>

<file path=customXml/itemProps2.xml><?xml version="1.0" encoding="utf-8"?>
<ds:datastoreItem xmlns:ds="http://schemas.openxmlformats.org/officeDocument/2006/customXml" ds:itemID="{046F00BF-3B9B-4457-8E08-2010E44A8A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b57c03d-dbe8-4946-a028-ef3d130a5332"/>
    <ds:schemaRef ds:uri="847679be-607c-46bd-8c6a-21e964505f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A5981B-AEE5-46A7-BDB8-2C9BF3CE07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Emeritus_PowerPoint template</Template>
  <TotalTime>304</TotalTime>
  <Words>789</Words>
  <Application>Microsoft Office PowerPoint</Application>
  <PresentationFormat>Widescreen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Arial,Sans-Serif</vt:lpstr>
      <vt:lpstr>Calibri</vt:lpstr>
      <vt:lpstr>Calibri Light</vt:lpstr>
      <vt:lpstr>Helvetica</vt:lpstr>
      <vt:lpstr>1_Emeritus</vt:lpstr>
      <vt:lpstr>ByungJun Park - Educator Bio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ByungJun Park - Educator Bio 2026</dc:title>
  <dc:creator>Varun Roy</dc:creator>
  <cp:lastModifiedBy>Anuradha Dey</cp:lastModifiedBy>
  <cp:revision>9</cp:revision>
  <dcterms:created xsi:type="dcterms:W3CDTF">2022-07-19T09:46:22Z</dcterms:created>
  <dcterms:modified xsi:type="dcterms:W3CDTF">2026-05-22T07:02:55Z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0x010100366F48C1C4EDB84CA2EEBF6B797E2A93</vt:lpwstr>
  </property>
  <property fmtid="{D5CDD505-2E9C-101B-9397-08002B2CF9AE}" pid="3" name="MediaServiceImageTags">
    <vt:lpwstr/>
  </property>
</Properties>
</file>